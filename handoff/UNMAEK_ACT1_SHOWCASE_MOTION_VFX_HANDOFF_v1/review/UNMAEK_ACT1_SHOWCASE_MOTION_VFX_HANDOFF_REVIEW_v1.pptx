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a17489cd114d30" /><Relationship Type="http://schemas.openxmlformats.org/officeDocument/2006/relationships/extended-properties" Target="/docProps/app.xml" Id="R022b408f7a6e4ee3" /><Relationship Type="http://schemas.openxmlformats.org/officeDocument/2006/relationships/officeDocument" Target="/ppt/presentation.xml" Id="Reb128c808ca449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dc68413c604cf4"/>
  </p:sldMasterIdLst>
  <p:notesMasterIdLst>
    <p:notesMasterId xmlns:r="http://schemas.openxmlformats.org/officeDocument/2006/relationships" r:id="Rf54cb819a0d0466b"/>
  </p:notesMasterIdLst>
  <p:sldIdLst>
    <p:sldId xmlns:r="http://schemas.openxmlformats.org/officeDocument/2006/relationships" id="256" r:id="Rf5f73076f0c9478f"/>
    <p:sldId xmlns:r="http://schemas.openxmlformats.org/officeDocument/2006/relationships" id="257" r:id="R1dc723dac2924a83"/>
    <p:sldId xmlns:r="http://schemas.openxmlformats.org/officeDocument/2006/relationships" id="258" r:id="Raf7f7d550f274c71"/>
    <p:sldId xmlns:r="http://schemas.openxmlformats.org/officeDocument/2006/relationships" id="259" r:id="Rb1966556deff46cf"/>
    <p:sldId xmlns:r="http://schemas.openxmlformats.org/officeDocument/2006/relationships" id="260" r:id="R6d3f0bfb4164484f"/>
    <p:sldId xmlns:r="http://schemas.openxmlformats.org/officeDocument/2006/relationships" id="261" r:id="Re639d666116741fb"/>
    <p:sldId xmlns:r="http://schemas.openxmlformats.org/officeDocument/2006/relationships" id="262" r:id="Rb0041fb9e1cc40e9"/>
    <p:sldId xmlns:r="http://schemas.openxmlformats.org/officeDocument/2006/relationships" id="263" r:id="Rb0b555da79c94879"/>
    <p:sldId xmlns:r="http://schemas.openxmlformats.org/officeDocument/2006/relationships" id="264" r:id="Rb4cfc248e2b84ed7"/>
    <p:sldId xmlns:r="http://schemas.openxmlformats.org/officeDocument/2006/relationships" id="265" r:id="R9cfb355466754f8f"/>
    <p:sldId xmlns:r="http://schemas.openxmlformats.org/officeDocument/2006/relationships" id="266" r:id="R6bec49b97a374c55"/>
    <p:sldId xmlns:r="http://schemas.openxmlformats.org/officeDocument/2006/relationships" id="267" r:id="R371320dea7f24e3f"/>
    <p:sldId xmlns:r="http://schemas.openxmlformats.org/officeDocument/2006/relationships" id="268" r:id="Raa62f526b552461e"/>
    <p:sldId xmlns:r="http://schemas.openxmlformats.org/officeDocument/2006/relationships" id="269" r:id="R9744c1afbf79466d"/>
    <p:sldId xmlns:r="http://schemas.openxmlformats.org/officeDocument/2006/relationships" id="270" r:id="Rbbc850d512e7412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f44e26fd3d4cce" /><Relationship Type="http://schemas.openxmlformats.org/officeDocument/2006/relationships/slideMaster" Target="/ppt/slideMasters/slideMaster1.xml" Id="R88dc68413c604cf4" /><Relationship Type="http://schemas.openxmlformats.org/officeDocument/2006/relationships/notesMaster" Target="/ppt/notesMasters/notesMaster1.xml" Id="Rf54cb819a0d0466b" /><Relationship Type="http://schemas.openxmlformats.org/officeDocument/2006/relationships/presProps" Target="/ppt/presProps.xml" Id="Rb92d7c1527914ccc" /><Relationship Type="http://schemas.openxmlformats.org/officeDocument/2006/relationships/tableStyles" Target="/ppt/tableStyles.xml" Id="R346b319a27e14ff6" /><Relationship Type="http://schemas.openxmlformats.org/officeDocument/2006/relationships/slide" Target="/ppt/slides/slide1.xml" Id="Rf5f73076f0c9478f" /><Relationship Type="http://schemas.openxmlformats.org/officeDocument/2006/relationships/slide" Target="/ppt/slides/slide2.xml" Id="R1dc723dac2924a83" /><Relationship Type="http://schemas.openxmlformats.org/officeDocument/2006/relationships/slide" Target="/ppt/slides/slide3.xml" Id="Raf7f7d550f274c71" /><Relationship Type="http://schemas.openxmlformats.org/officeDocument/2006/relationships/slide" Target="/ppt/slides/slide4.xml" Id="Rb1966556deff46cf" /><Relationship Type="http://schemas.openxmlformats.org/officeDocument/2006/relationships/slide" Target="/ppt/slides/slide5.xml" Id="R6d3f0bfb4164484f" /><Relationship Type="http://schemas.openxmlformats.org/officeDocument/2006/relationships/slide" Target="/ppt/slides/slide6.xml" Id="Re639d666116741fb" /><Relationship Type="http://schemas.openxmlformats.org/officeDocument/2006/relationships/slide" Target="/ppt/slides/slide7.xml" Id="Rb0041fb9e1cc40e9" /><Relationship Type="http://schemas.openxmlformats.org/officeDocument/2006/relationships/slide" Target="/ppt/slides/slide8.xml" Id="Rb0b555da79c94879" /><Relationship Type="http://schemas.openxmlformats.org/officeDocument/2006/relationships/slide" Target="/ppt/slides/slide9.xml" Id="Rb4cfc248e2b84ed7" /><Relationship Type="http://schemas.openxmlformats.org/officeDocument/2006/relationships/slide" Target="/ppt/slides/slide10.xml" Id="R9cfb355466754f8f" /><Relationship Type="http://schemas.openxmlformats.org/officeDocument/2006/relationships/slide" Target="/ppt/slides/slide11.xml" Id="R6bec49b97a374c55" /><Relationship Type="http://schemas.openxmlformats.org/officeDocument/2006/relationships/slide" Target="/ppt/slides/slide12.xml" Id="R371320dea7f24e3f" /><Relationship Type="http://schemas.openxmlformats.org/officeDocument/2006/relationships/slide" Target="/ppt/slides/slide13.xml" Id="Raa62f526b552461e" /><Relationship Type="http://schemas.openxmlformats.org/officeDocument/2006/relationships/slide" Target="/ppt/slides/slide14.xml" Id="R9744c1afbf79466d" /><Relationship Type="http://schemas.openxmlformats.org/officeDocument/2006/relationships/slide" Target="/ppt/slides/slide15.xml" Id="Rbbc850d512e741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2e8852cd4842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UNMAEK Visual Review">
      <a:dk1>
        <a:srgbClr val="000000"/>
      </a:dk1>
      <a:lt1>
        <a:srgbClr val="FFFFFF"/>
      </a:lt1>
      <a:dk2>
        <a:srgbClr val="111418"/>
      </a:dk2>
      <a:lt2>
        <a:srgbClr val="EDEDED"/>
      </a:lt2>
      <a:accent1>
        <a:srgbClr val="3D8DFF"/>
      </a:accent1>
      <a:accent2>
        <a:srgbClr val="6DCBF4"/>
      </a:accent2>
      <a:accent3>
        <a:srgbClr val="2C8A64"/>
      </a:accent3>
      <a:accent4>
        <a:srgbClr val="D88149"/>
      </a:accent4>
      <a:accent5>
        <a:srgbClr val="7C6FA8"/>
      </a:accent5>
      <a:accent6>
        <a:srgbClr val="72A99D"/>
      </a:accent6>
      <a:hlink>
        <a:srgbClr val="3D8DFF"/>
      </a:hlink>
      <a:folHlink>
        <a:srgbClr val="7C6FA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MAEK Visual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9cf55d795a4596" /><Relationship Type="http://schemas.openxmlformats.org/officeDocument/2006/relationships/notesMaster" Target="/ppt/notesMasters/notesMaster1.xml" Id="Re537f738c31042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dcd10c84174388" /><Relationship Type="http://schemas.openxmlformats.org/officeDocument/2006/relationships/notesMaster" Target="/ppt/notesMasters/notesMaster1.xml" Id="R5c47bbe2d1174e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7a5e4be0174fa2" /><Relationship Type="http://schemas.openxmlformats.org/officeDocument/2006/relationships/notesMaster" Target="/ppt/notesMasters/notesMaster1.xml" Id="R4d4399a9de6c46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80358e7e8e4f89" /><Relationship Type="http://schemas.openxmlformats.org/officeDocument/2006/relationships/notesMaster" Target="/ppt/notesMasters/notesMaster1.xml" Id="R1bbc10d04aef4e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6fcad2edf64169" /><Relationship Type="http://schemas.openxmlformats.org/officeDocument/2006/relationships/notesMaster" Target="/ppt/notesMasters/notesMaster1.xml" Id="R71af75e278ba46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33e2ba743d4875" /><Relationship Type="http://schemas.openxmlformats.org/officeDocument/2006/relationships/notesMaster" Target="/ppt/notesMasters/notesMaster1.xml" Id="Rdc23dd17044441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cf59665262446b" /><Relationship Type="http://schemas.openxmlformats.org/officeDocument/2006/relationships/notesMaster" Target="/ppt/notesMasters/notesMaster1.xml" Id="R6d921c06004b46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b0a15ae72f4710" /><Relationship Type="http://schemas.openxmlformats.org/officeDocument/2006/relationships/notesMaster" Target="/ppt/notesMasters/notesMaster1.xml" Id="Rfdca934c95274d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21d4b8b506464d" /><Relationship Type="http://schemas.openxmlformats.org/officeDocument/2006/relationships/notesMaster" Target="/ppt/notesMasters/notesMaster1.xml" Id="R4cdbb4e905314f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c3ded8867a48c4" /><Relationship Type="http://schemas.openxmlformats.org/officeDocument/2006/relationships/notesMaster" Target="/ppt/notesMasters/notesMaster1.xml" Id="R5097905200214c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1ff9a2a6854058" /><Relationship Type="http://schemas.openxmlformats.org/officeDocument/2006/relationships/notesMaster" Target="/ppt/notesMasters/notesMaster1.xml" Id="R956148b0dc3844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1cf0e6ec4f4941" /><Relationship Type="http://schemas.openxmlformats.org/officeDocument/2006/relationships/notesMaster" Target="/ppt/notesMasters/notesMaster1.xml" Id="R7c43243e008e4b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3d5adf937449f8" /><Relationship Type="http://schemas.openxmlformats.org/officeDocument/2006/relationships/notesMaster" Target="/ppt/notesMasters/notesMaster1.xml" Id="Rd66aa2d47c004a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4e462eed624725" /><Relationship Type="http://schemas.openxmlformats.org/officeDocument/2006/relationships/notesMaster" Target="/ppt/notesMasters/notesMaster1.xml" Id="Rf8df36ad68c74a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9ad0fe7e4644dd" /><Relationship Type="http://schemas.openxmlformats.org/officeDocument/2006/relationships/notesMaster" Target="/ppt/notesMasters/notesMaster1.xml" Id="Re27a5c48ea9044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UNMAEK_ACT1_SHOWCASE_MOTION_VFX_HANDOFF_v1</a:t>
            </a:r>
          </a:p>
          <a:p xmlns:a="http://schemas.openxmlformats.org/drawingml/2006/main">
            <a:r>
              <a:t>- User-provided 주인공 컨셉 원본.png and hero_runtime_keyposes.png</a:t>
            </a:r>
          </a:p>
          <a:p xmlns:a="http://schemas.openxmlformats.org/drawingml/2006/main">
            <a:r>
              <a:t>- UNMAEK_PLAYER_RUNTIME_MOTION_PILOT_v1</a:t>
            </a:r>
          </a:p>
          <a:p xmlns:a="http://schemas.openxmlformats.org/drawingml/2006/main">
            <a:r>
              <a:t>- UNMAEK_COMBAT_MOTION_FRAME_RECOVERY_PILOT_v1</a:t>
            </a:r>
          </a:p>
          <a:p xmlns:a="http://schemas.openxmlformats.org/drawingml/2006/main">
            <a:r>
              <a:t>- UNMAEK_VISUAL_RECOVERY_RUNTIME_EXPORT_v1</a:t>
            </a:r>
          </a:p>
          <a:p xmlns:a="http://schemas.openxmlformats.org/drawingml/2006/main">
            <a:r>
              <a:t>- Approved ACT 1 general map and supplied ACT 1 play video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UNMAEK_ACT1_SHOWCASE_MOTION_VFX_HANDOFF_v1</a:t>
            </a:r>
          </a:p>
          <a:p xmlns:a="http://schemas.openxmlformats.org/drawingml/2006/main">
            <a:r>
              <a:t>- User-provided 주인공 컨셉 원본.png and hero_runtime_keyposes.png</a:t>
            </a:r>
          </a:p>
          <a:p xmlns:a="http://schemas.openxmlformats.org/drawingml/2006/main">
            <a:r>
              <a:t>- UNMAEK_PLAYER_RUNTIME_MOTION_PILOT_v1</a:t>
            </a:r>
          </a:p>
          <a:p xmlns:a="http://schemas.openxmlformats.org/drawingml/2006/main">
            <a:r>
              <a:t>- UNMAEK_COMBAT_MOTION_FRAME_RECOVERY_PILOT_v1</a:t>
            </a:r>
          </a:p>
          <a:p xmlns:a="http://schemas.openxmlformats.org/drawingml/2006/main">
            <a:r>
              <a:t>- UNMAEK_VISUAL_RECOVERY_RUNTIME_EXPORT_v1</a:t>
            </a:r>
          </a:p>
          <a:p xmlns:a="http://schemas.openxmlformats.org/drawingml/2006/main">
            <a:r>
              <a:t>- Approved ACT 1 general map and supplied ACT 1 play video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UNMAEK_ACT1_SHOWCASE_MOTION_VFX_HANDOFF_v1</a:t>
            </a:r>
          </a:p>
          <a:p xmlns:a="http://schemas.openxmlformats.org/drawingml/2006/main">
            <a:r>
              <a:t>- User-provided 주인공 컨셉 원본.png and hero_runtime_keyposes.png</a:t>
            </a:r>
          </a:p>
          <a:p xmlns:a="http://schemas.openxmlformats.org/drawingml/2006/main">
            <a:r>
              <a:t>- UNMAEK_PLAYER_RUNTIME_MOTION_PILOT_v1</a:t>
            </a:r>
          </a:p>
          <a:p xmlns:a="http://schemas.openxmlformats.org/drawingml/2006/main">
            <a:r>
              <a:t>- UNMAEK_COMBAT_MOTION_FRAME_RECOVERY_PILOT_v1</a:t>
            </a:r>
          </a:p>
          <a:p xmlns:a="http://schemas.openxmlformats.org/drawingml/2006/main">
            <a:r>
              <a:t>- UNMAEK_VISUAL_RECOVERY_RUNTIME_EXPORT_v1</a:t>
            </a:r>
          </a:p>
          <a:p xmlns:a="http://schemas.openxmlformats.org/drawingml/2006/main">
            <a:r>
              <a:t>- Approved ACT 1 general map and supplied ACT 1 play video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UNMAEK_ACT1_SHOWCASE_MOTION_VFX_HANDOFF_v1</a:t>
            </a:r>
          </a:p>
          <a:p xmlns:a="http://schemas.openxmlformats.org/drawingml/2006/main">
            <a:r>
              <a:t>- User-provided 주인공 컨셉 원본.png and hero_runtime_keyposes.png</a:t>
            </a:r>
          </a:p>
          <a:p xmlns:a="http://schemas.openxmlformats.org/drawingml/2006/main">
            <a:r>
              <a:t>- UNMAEK_PLAYER_RUNTIME_MOTION_PILOT_v1</a:t>
            </a:r>
          </a:p>
          <a:p xmlns:a="http://schemas.openxmlformats.org/drawingml/2006/main">
            <a:r>
              <a:t>- UNMAEK_COMBAT_MOTION_FRAME_RECOVERY_PILOT_v1</a:t>
            </a:r>
          </a:p>
          <a:p xmlns:a="http://schemas.openxmlformats.org/drawingml/2006/main">
            <a:r>
              <a:t>- UNMAEK_VISUAL_RECOVERY_RUNTIME_EXPORT_v1</a:t>
            </a:r>
          </a:p>
          <a:p xmlns:a="http://schemas.openxmlformats.org/drawingml/2006/main">
            <a:r>
              <a:t>- Approved ACT 1 general map and supplied ACT 1 play video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UNMAEK_ACT1_SHOWCASE_MOTION_VFX_HANDOFF_v1</a:t>
            </a:r>
          </a:p>
          <a:p xmlns:a="http://schemas.openxmlformats.org/drawingml/2006/main">
            <a:r>
              <a:t>- User-provided 주인공 컨셉 원본.png and hero_runtime_keyposes.png</a:t>
            </a:r>
          </a:p>
          <a:p xmlns:a="http://schemas.openxmlformats.org/drawingml/2006/main">
            <a:r>
              <a:t>- UNMAEK_PLAYER_RUNTIME_MOTION_PILOT_v1</a:t>
            </a:r>
          </a:p>
          <a:p xmlns:a="http://schemas.openxmlformats.org/drawingml/2006/main">
            <a:r>
              <a:t>- UNMAEK_COMBAT_MOTION_FRAME_RECOVERY_PILOT_v1</a:t>
            </a:r>
          </a:p>
          <a:p xmlns:a="http://schemas.openxmlformats.org/drawingml/2006/main">
            <a:r>
              <a:t>- UNMAEK_VISUAL_RECOVERY_RUNTIME_EXPORT_v1</a:t>
            </a:r>
          </a:p>
          <a:p xmlns:a="http://schemas.openxmlformats.org/drawingml/2006/main">
            <a:r>
              <a:t>- Approved ACT 1 general map and supplied ACT 1 play video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UNMAEK_ACT1_SHOWCASE_MOTION_VFX_HANDOFF_v1</a:t>
            </a:r>
          </a:p>
          <a:p xmlns:a="http://schemas.openxmlformats.org/drawingml/2006/main">
            <a:r>
              <a:t>- User-provided 주인공 컨셉 원본.png and hero_runtime_keyposes.png</a:t>
            </a:r>
          </a:p>
          <a:p xmlns:a="http://schemas.openxmlformats.org/drawingml/2006/main">
            <a:r>
              <a:t>- UNMAEK_PLAYER_RUNTIME_MOTION_PILOT_v1</a:t>
            </a:r>
          </a:p>
          <a:p xmlns:a="http://schemas.openxmlformats.org/drawingml/2006/main">
            <a:r>
              <a:t>- UNMAEK_COMBAT_MOTION_FRAME_RECOVERY_PILOT_v1</a:t>
            </a:r>
          </a:p>
          <a:p xmlns:a="http://schemas.openxmlformats.org/drawingml/2006/main">
            <a:r>
              <a:t>- UNMAEK_VISUAL_RECOVERY_RUNTIME_EXPORT_v1</a:t>
            </a:r>
          </a:p>
          <a:p xmlns:a="http://schemas.openxmlformats.org/drawingml/2006/main">
            <a:r>
              <a:t>- Approved ACT 1 general map and supplied ACT 1 play video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UNMAEK_ACT1_SHOWCASE_MOTION_VFX_HANDOFF_v1</a:t>
            </a:r>
          </a:p>
          <a:p xmlns:a="http://schemas.openxmlformats.org/drawingml/2006/main">
            <a:r>
              <a:t>- User-provided 주인공 컨셉 원본.png and hero_runtime_keyposes.png</a:t>
            </a:r>
          </a:p>
          <a:p xmlns:a="http://schemas.openxmlformats.org/drawingml/2006/main">
            <a:r>
              <a:t>- UNMAEK_PLAYER_RUNTIME_MOTION_PILOT_v1</a:t>
            </a:r>
          </a:p>
          <a:p xmlns:a="http://schemas.openxmlformats.org/drawingml/2006/main">
            <a:r>
              <a:t>- UNMAEK_COMBAT_MOTION_FRAME_RECOVERY_PILOT_v1</a:t>
            </a:r>
          </a:p>
          <a:p xmlns:a="http://schemas.openxmlformats.org/drawingml/2006/main">
            <a:r>
              <a:t>- UNMAEK_VISUAL_RECOVERY_RUNTIME_EXPORT_v1</a:t>
            </a:r>
          </a:p>
          <a:p xmlns:a="http://schemas.openxmlformats.org/drawingml/2006/main">
            <a:r>
              <a:t>- Approved ACT 1 general map and supplied ACT 1 play video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UNMAEK_ACT1_SHOWCASE_MOTION_VFX_HANDOFF_v1</a:t>
            </a:r>
          </a:p>
          <a:p xmlns:a="http://schemas.openxmlformats.org/drawingml/2006/main">
            <a:r>
              <a:t>- User-provided 주인공 컨셉 원본.png and hero_runtime_keyposes.png</a:t>
            </a:r>
          </a:p>
          <a:p xmlns:a="http://schemas.openxmlformats.org/drawingml/2006/main">
            <a:r>
              <a:t>- UNMAEK_PLAYER_RUNTIME_MOTION_PILOT_v1</a:t>
            </a:r>
          </a:p>
          <a:p xmlns:a="http://schemas.openxmlformats.org/drawingml/2006/main">
            <a:r>
              <a:t>- UNMAEK_COMBAT_MOTION_FRAME_RECOVERY_PILOT_v1</a:t>
            </a:r>
          </a:p>
          <a:p xmlns:a="http://schemas.openxmlformats.org/drawingml/2006/main">
            <a:r>
              <a:t>- UNMAEK_VISUAL_RECOVERY_RUNTIME_EXPORT_v1</a:t>
            </a:r>
          </a:p>
          <a:p xmlns:a="http://schemas.openxmlformats.org/drawingml/2006/main">
            <a:r>
              <a:t>- Approved ACT 1 general map and supplied ACT 1 play video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UNMAEK_ACT1_SHOWCASE_MOTION_VFX_HANDOFF_v1</a:t>
            </a:r>
          </a:p>
          <a:p xmlns:a="http://schemas.openxmlformats.org/drawingml/2006/main">
            <a:r>
              <a:t>- User-provided 주인공 컨셉 원본.png and hero_runtime_keyposes.png</a:t>
            </a:r>
          </a:p>
          <a:p xmlns:a="http://schemas.openxmlformats.org/drawingml/2006/main">
            <a:r>
              <a:t>- UNMAEK_PLAYER_RUNTIME_MOTION_PILOT_v1</a:t>
            </a:r>
          </a:p>
          <a:p xmlns:a="http://schemas.openxmlformats.org/drawingml/2006/main">
            <a:r>
              <a:t>- UNMAEK_COMBAT_MOTION_FRAME_RECOVERY_PILOT_v1</a:t>
            </a:r>
          </a:p>
          <a:p xmlns:a="http://schemas.openxmlformats.org/drawingml/2006/main">
            <a:r>
              <a:t>- UNMAEK_VISUAL_RECOVERY_RUNTIME_EXPORT_v1</a:t>
            </a:r>
          </a:p>
          <a:p xmlns:a="http://schemas.openxmlformats.org/drawingml/2006/main">
            <a:r>
              <a:t>- Approved ACT 1 general map and supplied ACT 1 play video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UNMAEK_ACT1_SHOWCASE_MOTION_VFX_HANDOFF_v1</a:t>
            </a:r>
          </a:p>
          <a:p xmlns:a="http://schemas.openxmlformats.org/drawingml/2006/main">
            <a:r>
              <a:t>- User-provided 주인공 컨셉 원본.png and hero_runtime_keyposes.png</a:t>
            </a:r>
          </a:p>
          <a:p xmlns:a="http://schemas.openxmlformats.org/drawingml/2006/main">
            <a:r>
              <a:t>- UNMAEK_PLAYER_RUNTIME_MOTION_PILOT_v1</a:t>
            </a:r>
          </a:p>
          <a:p xmlns:a="http://schemas.openxmlformats.org/drawingml/2006/main">
            <a:r>
              <a:t>- UNMAEK_COMBAT_MOTION_FRAME_RECOVERY_PILOT_v1</a:t>
            </a:r>
          </a:p>
          <a:p xmlns:a="http://schemas.openxmlformats.org/drawingml/2006/main">
            <a:r>
              <a:t>- UNMAEK_VISUAL_RECOVERY_RUNTIME_EXPORT_v1</a:t>
            </a:r>
          </a:p>
          <a:p xmlns:a="http://schemas.openxmlformats.org/drawingml/2006/main">
            <a:r>
              <a:t>- Approved ACT 1 general map and supplied ACT 1 play video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UNMAEK_ACT1_SHOWCASE_MOTION_VFX_HANDOFF_v1</a:t>
            </a:r>
          </a:p>
          <a:p xmlns:a="http://schemas.openxmlformats.org/drawingml/2006/main">
            <a:r>
              <a:t>- User-provided 주인공 컨셉 원본.png and hero_runtime_keyposes.png</a:t>
            </a:r>
          </a:p>
          <a:p xmlns:a="http://schemas.openxmlformats.org/drawingml/2006/main">
            <a:r>
              <a:t>- UNMAEK_PLAYER_RUNTIME_MOTION_PILOT_v1</a:t>
            </a:r>
          </a:p>
          <a:p xmlns:a="http://schemas.openxmlformats.org/drawingml/2006/main">
            <a:r>
              <a:t>- UNMAEK_COMBAT_MOTION_FRAME_RECOVERY_PILOT_v1</a:t>
            </a:r>
          </a:p>
          <a:p xmlns:a="http://schemas.openxmlformats.org/drawingml/2006/main">
            <a:r>
              <a:t>- UNMAEK_VISUAL_RECOVERY_RUNTIME_EXPORT_v1</a:t>
            </a:r>
          </a:p>
          <a:p xmlns:a="http://schemas.openxmlformats.org/drawingml/2006/main">
            <a:r>
              <a:t>- Approved ACT 1 general map and supplied ACT 1 play video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UNMAEK_ACT1_SHOWCASE_MOTION_VFX_HANDOFF_v1</a:t>
            </a:r>
          </a:p>
          <a:p xmlns:a="http://schemas.openxmlformats.org/drawingml/2006/main">
            <a:r>
              <a:t>- User-provided 주인공 컨셉 원본.png and hero_runtime_keyposes.png</a:t>
            </a:r>
          </a:p>
          <a:p xmlns:a="http://schemas.openxmlformats.org/drawingml/2006/main">
            <a:r>
              <a:t>- UNMAEK_PLAYER_RUNTIME_MOTION_PILOT_v1</a:t>
            </a:r>
          </a:p>
          <a:p xmlns:a="http://schemas.openxmlformats.org/drawingml/2006/main">
            <a:r>
              <a:t>- UNMAEK_COMBAT_MOTION_FRAME_RECOVERY_PILOT_v1</a:t>
            </a:r>
          </a:p>
          <a:p xmlns:a="http://schemas.openxmlformats.org/drawingml/2006/main">
            <a:r>
              <a:t>- UNMAEK_VISUAL_RECOVERY_RUNTIME_EXPORT_v1</a:t>
            </a:r>
          </a:p>
          <a:p xmlns:a="http://schemas.openxmlformats.org/drawingml/2006/main">
            <a:r>
              <a:t>- Approved ACT 1 general map and supplied ACT 1 play video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UNMAEK_ACT1_SHOWCASE_MOTION_VFX_HANDOFF_v1</a:t>
            </a:r>
          </a:p>
          <a:p xmlns:a="http://schemas.openxmlformats.org/drawingml/2006/main">
            <a:r>
              <a:t>- User-provided 주인공 컨셉 원본.png and hero_runtime_keyposes.png</a:t>
            </a:r>
          </a:p>
          <a:p xmlns:a="http://schemas.openxmlformats.org/drawingml/2006/main">
            <a:r>
              <a:t>- UNMAEK_PLAYER_RUNTIME_MOTION_PILOT_v1</a:t>
            </a:r>
          </a:p>
          <a:p xmlns:a="http://schemas.openxmlformats.org/drawingml/2006/main">
            <a:r>
              <a:t>- UNMAEK_COMBAT_MOTION_FRAME_RECOVERY_PILOT_v1</a:t>
            </a:r>
          </a:p>
          <a:p xmlns:a="http://schemas.openxmlformats.org/drawingml/2006/main">
            <a:r>
              <a:t>- UNMAEK_VISUAL_RECOVERY_RUNTIME_EXPORT_v1</a:t>
            </a:r>
          </a:p>
          <a:p xmlns:a="http://schemas.openxmlformats.org/drawingml/2006/main">
            <a:r>
              <a:t>- Approved ACT 1 general map and supplied ACT 1 play video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UNMAEK_ACT1_SHOWCASE_MOTION_VFX_HANDOFF_v1</a:t>
            </a:r>
          </a:p>
          <a:p xmlns:a="http://schemas.openxmlformats.org/drawingml/2006/main">
            <a:r>
              <a:t>- User-provided 주인공 컨셉 원본.png and hero_runtime_keyposes.png</a:t>
            </a:r>
          </a:p>
          <a:p xmlns:a="http://schemas.openxmlformats.org/drawingml/2006/main">
            <a:r>
              <a:t>- UNMAEK_PLAYER_RUNTIME_MOTION_PILOT_v1</a:t>
            </a:r>
          </a:p>
          <a:p xmlns:a="http://schemas.openxmlformats.org/drawingml/2006/main">
            <a:r>
              <a:t>- UNMAEK_COMBAT_MOTION_FRAME_RECOVERY_PILOT_v1</a:t>
            </a:r>
          </a:p>
          <a:p xmlns:a="http://schemas.openxmlformats.org/drawingml/2006/main">
            <a:r>
              <a:t>- UNMAEK_VISUAL_RECOVERY_RUNTIME_EXPORT_v1</a:t>
            </a:r>
          </a:p>
          <a:p xmlns:a="http://schemas.openxmlformats.org/drawingml/2006/main">
            <a:r>
              <a:t>- Approved ACT 1 general map and supplied ACT 1 play video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UNMAEK_ACT1_SHOWCASE_MOTION_VFX_HANDOFF_v1</a:t>
            </a:r>
          </a:p>
          <a:p xmlns:a="http://schemas.openxmlformats.org/drawingml/2006/main">
            <a:r>
              <a:t>- User-provided 주인공 컨셉 원본.png and hero_runtime_keyposes.png</a:t>
            </a:r>
          </a:p>
          <a:p xmlns:a="http://schemas.openxmlformats.org/drawingml/2006/main">
            <a:r>
              <a:t>- UNMAEK_PLAYER_RUNTIME_MOTION_PILOT_v1</a:t>
            </a:r>
          </a:p>
          <a:p xmlns:a="http://schemas.openxmlformats.org/drawingml/2006/main">
            <a:r>
              <a:t>- UNMAEK_COMBAT_MOTION_FRAME_RECOVERY_PILOT_v1</a:t>
            </a:r>
          </a:p>
          <a:p xmlns:a="http://schemas.openxmlformats.org/drawingml/2006/main">
            <a:r>
              <a:t>- UNMAEK_VISUAL_RECOVERY_RUNTIME_EXPORT_v1</a:t>
            </a:r>
          </a:p>
          <a:p xmlns:a="http://schemas.openxmlformats.org/drawingml/2006/main">
            <a:r>
              <a:t>- Approved ACT 1 general map and supplied ACT 1 play video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d4b59a1f442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b4bdda534c4256" /><Relationship Type="http://schemas.openxmlformats.org/officeDocument/2006/relationships/slideLayout" Target="/ppt/slideLayouts/slideLayout1.xml" Id="R253663a802a747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3663a802a747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UNMAEK Visual Review">
      <a:dk1>
        <a:srgbClr val="000000"/>
      </a:dk1>
      <a:lt1>
        <a:srgbClr val="FFFFFF"/>
      </a:lt1>
      <a:dk2>
        <a:srgbClr val="111418"/>
      </a:dk2>
      <a:lt2>
        <a:srgbClr val="EDEDED"/>
      </a:lt2>
      <a:accent1>
        <a:srgbClr val="3D8DFF"/>
      </a:accent1>
      <a:accent2>
        <a:srgbClr val="6DCBF4"/>
      </a:accent2>
      <a:accent3>
        <a:srgbClr val="2C8A64"/>
      </a:accent3>
      <a:accent4>
        <a:srgbClr val="D88149"/>
      </a:accent4>
      <a:accent5>
        <a:srgbClr val="7C6FA8"/>
      </a:accent5>
      <a:accent6>
        <a:srgbClr val="72A99D"/>
      </a:accent6>
      <a:hlink>
        <a:srgbClr val="3D8DFF"/>
      </a:hlink>
      <a:folHlink>
        <a:srgbClr val="7C6FA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MAEK Visual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ad794bf4a43e1" /><Relationship Type="http://schemas.openxmlformats.org/officeDocument/2006/relationships/image" Target="/ppt/media/image.png" Id="R65aace7e9ed94db4" /><Relationship Type="http://schemas.openxmlformats.org/officeDocument/2006/relationships/image" Target="/ppt/media/image2.png" Id="R0e5d170a5d0a43c0" /><Relationship Type="http://schemas.openxmlformats.org/officeDocument/2006/relationships/notesSlide" Target="/ppt/notesSlides/notesSlide1.xml" Id="R5387112f47bc44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77e6930a7480e" /><Relationship Type="http://schemas.openxmlformats.org/officeDocument/2006/relationships/image" Target="/ppt/media/image.png" Id="R53f28a7fbc0947c3" /><Relationship Type="http://schemas.openxmlformats.org/officeDocument/2006/relationships/image" Target="/ppt/media/image3.png" Id="R699ff241e58e4bd5" /><Relationship Type="http://schemas.openxmlformats.org/officeDocument/2006/relationships/notesSlide" Target="/ppt/notesSlides/notesSlide2.xml" Id="R74740cc7693944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ec0feaf6c4795" /><Relationship Type="http://schemas.openxmlformats.org/officeDocument/2006/relationships/image" Target="/ppt/media/image4.png" Id="R4bc764e64f4f4c3e" /><Relationship Type="http://schemas.openxmlformats.org/officeDocument/2006/relationships/image" Target="/ppt/media/image5.png" Id="R3cca86f795094ac8" /><Relationship Type="http://schemas.openxmlformats.org/officeDocument/2006/relationships/image" Target="/ppt/media/image6.png" Id="R38c78201f2b64563" /><Relationship Type="http://schemas.openxmlformats.org/officeDocument/2006/relationships/image" Target="/ppt/media/image7.png" Id="R91d23bb31c0e45a3" /><Relationship Type="http://schemas.openxmlformats.org/officeDocument/2006/relationships/image" Target="/ppt/media/image8.png" Id="R1a73225804e24a81" /><Relationship Type="http://schemas.openxmlformats.org/officeDocument/2006/relationships/image" Target="/ppt/media/image9.png" Id="R438a582ccb464ce8" /><Relationship Type="http://schemas.openxmlformats.org/officeDocument/2006/relationships/image" Target="/ppt/media/image10.png" Id="Rab2fdd8ce0bd4d04" /><Relationship Type="http://schemas.openxmlformats.org/officeDocument/2006/relationships/image" Target="/ppt/media/image11.png" Id="R33b9b3e1861e4c57" /><Relationship Type="http://schemas.openxmlformats.org/officeDocument/2006/relationships/notesSlide" Target="/ppt/notesSlides/notesSlide3.xml" Id="R711ba2e5645a4e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32ddbc0504c22" /><Relationship Type="http://schemas.openxmlformats.org/officeDocument/2006/relationships/image" Target="/ppt/media/image12.png" Id="R556f076aaa544368" /><Relationship Type="http://schemas.openxmlformats.org/officeDocument/2006/relationships/image" Target="/ppt/media/image13.png" Id="Rd8878f61db4649bf" /><Relationship Type="http://schemas.openxmlformats.org/officeDocument/2006/relationships/image" Target="/ppt/media/image14.png" Id="R7b75982b5f5b41ba" /><Relationship Type="http://schemas.openxmlformats.org/officeDocument/2006/relationships/image" Target="/ppt/media/image15.png" Id="R36e23c987add4026" /><Relationship Type="http://schemas.openxmlformats.org/officeDocument/2006/relationships/image" Target="/ppt/media/image16.png" Id="R6e3d50b044a04304" /><Relationship Type="http://schemas.openxmlformats.org/officeDocument/2006/relationships/image" Target="/ppt/media/image17.png" Id="R8d61648abce14c1a" /><Relationship Type="http://schemas.openxmlformats.org/officeDocument/2006/relationships/image" Target="/ppt/media/image18.png" Id="Raddaffd53af74aa0" /><Relationship Type="http://schemas.openxmlformats.org/officeDocument/2006/relationships/image" Target="/ppt/media/image19.png" Id="Rc4176fc5f52943bb" /><Relationship Type="http://schemas.openxmlformats.org/officeDocument/2006/relationships/image" Target="/ppt/media/image20.png" Id="R0730962b20ae4029" /><Relationship Type="http://schemas.openxmlformats.org/officeDocument/2006/relationships/image" Target="/ppt/media/image21.png" Id="R3322d0560ee54043" /><Relationship Type="http://schemas.openxmlformats.org/officeDocument/2006/relationships/image" Target="/ppt/media/image22.png" Id="Rfcffd9856f54410b" /><Relationship Type="http://schemas.openxmlformats.org/officeDocument/2006/relationships/image" Target="/ppt/media/image23.png" Id="R211580a0c40f40c5" /><Relationship Type="http://schemas.openxmlformats.org/officeDocument/2006/relationships/image" Target="/ppt/media/image24.png" Id="R853b25ddb7594641" /><Relationship Type="http://schemas.openxmlformats.org/officeDocument/2006/relationships/image" Target="/ppt/media/image25.png" Id="Re5c17e722a014711" /><Relationship Type="http://schemas.openxmlformats.org/officeDocument/2006/relationships/image" Target="/ppt/media/image26.png" Id="R5649bd086402482e" /><Relationship Type="http://schemas.openxmlformats.org/officeDocument/2006/relationships/image" Target="/ppt/media/image27.png" Id="R892627ca737447ab" /><Relationship Type="http://schemas.openxmlformats.org/officeDocument/2006/relationships/notesSlide" Target="/ppt/notesSlides/notesSlide4.xml" Id="R00b42e01f5c74e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368e0783545fa" /><Relationship Type="http://schemas.openxmlformats.org/officeDocument/2006/relationships/image" Target="/ppt/media/image12.png" Id="R1c11c72bf72945f1" /><Relationship Type="http://schemas.openxmlformats.org/officeDocument/2006/relationships/image" Target="/ppt/media/image13.png" Id="R50a2c9834cea4184" /><Relationship Type="http://schemas.openxmlformats.org/officeDocument/2006/relationships/image" Target="/ppt/media/image14.png" Id="Rc61b3b59cb63494c" /><Relationship Type="http://schemas.openxmlformats.org/officeDocument/2006/relationships/image" Target="/ppt/media/image15.png" Id="R29c8740104fb4812" /><Relationship Type="http://schemas.openxmlformats.org/officeDocument/2006/relationships/image" Target="/ppt/media/image16.png" Id="R9ad4e5463ce24398" /><Relationship Type="http://schemas.openxmlformats.org/officeDocument/2006/relationships/image" Target="/ppt/media/image17.png" Id="R8996f3e6db834e4d" /><Relationship Type="http://schemas.openxmlformats.org/officeDocument/2006/relationships/image" Target="/ppt/media/image18.png" Id="Rbf366331f99c45d9" /><Relationship Type="http://schemas.openxmlformats.org/officeDocument/2006/relationships/image" Target="/ppt/media/image19.png" Id="R1bcb5b979d7641a6" /><Relationship Type="http://schemas.openxmlformats.org/officeDocument/2006/relationships/image" Target="/ppt/media/image28.png" Id="R09f67522e17b4037" /><Relationship Type="http://schemas.openxmlformats.org/officeDocument/2006/relationships/image" Target="/ppt/media/image29.png" Id="R0bc141eb5f0c4e4d" /><Relationship Type="http://schemas.openxmlformats.org/officeDocument/2006/relationships/image" Target="/ppt/media/image30.png" Id="R77792e7501f949e6" /><Relationship Type="http://schemas.openxmlformats.org/officeDocument/2006/relationships/image" Target="/ppt/media/image31.png" Id="R6b9514289cb14149" /><Relationship Type="http://schemas.openxmlformats.org/officeDocument/2006/relationships/image" Target="/ppt/media/image32.png" Id="Rf2c5d147b0b7414e" /><Relationship Type="http://schemas.openxmlformats.org/officeDocument/2006/relationships/image" Target="/ppt/media/image33.png" Id="R83ed673333884cdb" /><Relationship Type="http://schemas.openxmlformats.org/officeDocument/2006/relationships/image" Target="/ppt/media/image34.png" Id="Re10fd273ec7b479b" /><Relationship Type="http://schemas.openxmlformats.org/officeDocument/2006/relationships/image" Target="/ppt/media/image35.png" Id="Rcc5306176b514415" /><Relationship Type="http://schemas.openxmlformats.org/officeDocument/2006/relationships/notesSlide" Target="/ppt/notesSlides/notesSlide5.xml" Id="R3b0c427a303a44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b5c9221994a0d" /><Relationship Type="http://schemas.openxmlformats.org/officeDocument/2006/relationships/image" Target="/ppt/media/image12.png" Id="Rea140c93c8504c03" /><Relationship Type="http://schemas.openxmlformats.org/officeDocument/2006/relationships/image" Target="/ppt/media/image13.png" Id="Rd942365dd244423b" /><Relationship Type="http://schemas.openxmlformats.org/officeDocument/2006/relationships/image" Target="/ppt/media/image14.png" Id="R63a69eb5ecda45ca" /><Relationship Type="http://schemas.openxmlformats.org/officeDocument/2006/relationships/image" Target="/ppt/media/image15.png" Id="Re2aaf2434ffa4669" /><Relationship Type="http://schemas.openxmlformats.org/officeDocument/2006/relationships/image" Target="/ppt/media/image16.png" Id="R6ede3acc58bc43ab" /><Relationship Type="http://schemas.openxmlformats.org/officeDocument/2006/relationships/image" Target="/ppt/media/image17.png" Id="Rc76afd4b018f40f7" /><Relationship Type="http://schemas.openxmlformats.org/officeDocument/2006/relationships/image" Target="/ppt/media/image18.png" Id="R186c69aa07364d39" /><Relationship Type="http://schemas.openxmlformats.org/officeDocument/2006/relationships/image" Target="/ppt/media/image19.png" Id="R0c87b43e33a34c27" /><Relationship Type="http://schemas.openxmlformats.org/officeDocument/2006/relationships/image" Target="/ppt/media/image36.png" Id="R2b9e980f78a94b6d" /><Relationship Type="http://schemas.openxmlformats.org/officeDocument/2006/relationships/image" Target="/ppt/media/image37.png" Id="Re6a8188684474dd0" /><Relationship Type="http://schemas.openxmlformats.org/officeDocument/2006/relationships/image" Target="/ppt/media/image38.png" Id="R1896b4e47f6548fb" /><Relationship Type="http://schemas.openxmlformats.org/officeDocument/2006/relationships/image" Target="/ppt/media/image39.png" Id="Rf4866c26421340ec" /><Relationship Type="http://schemas.openxmlformats.org/officeDocument/2006/relationships/image" Target="/ppt/media/image40.png" Id="R35ede9abcb35450a" /><Relationship Type="http://schemas.openxmlformats.org/officeDocument/2006/relationships/image" Target="/ppt/media/image41.png" Id="R0a7775057f7546f0" /><Relationship Type="http://schemas.openxmlformats.org/officeDocument/2006/relationships/image" Target="/ppt/media/image42.png" Id="R136c554e8bdb4d5a" /><Relationship Type="http://schemas.openxmlformats.org/officeDocument/2006/relationships/image" Target="/ppt/media/image43.png" Id="Ra1618d2c39974649" /><Relationship Type="http://schemas.openxmlformats.org/officeDocument/2006/relationships/notesSlide" Target="/ppt/notesSlides/notesSlide6.xml" Id="R5a29104d68194b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f9dfb29d64554" /><Relationship Type="http://schemas.openxmlformats.org/officeDocument/2006/relationships/image" Target="/ppt/media/image12.png" Id="R1d9fc12557394214" /><Relationship Type="http://schemas.openxmlformats.org/officeDocument/2006/relationships/image" Target="/ppt/media/image13.png" Id="R4b51ebced91a4842" /><Relationship Type="http://schemas.openxmlformats.org/officeDocument/2006/relationships/image" Target="/ppt/media/image14.png" Id="Rbab37245abf842ec" /><Relationship Type="http://schemas.openxmlformats.org/officeDocument/2006/relationships/image" Target="/ppt/media/image15.png" Id="R616788e5f3bb4cdb" /><Relationship Type="http://schemas.openxmlformats.org/officeDocument/2006/relationships/image" Target="/ppt/media/image16.png" Id="Re902daea466c4cc7" /><Relationship Type="http://schemas.openxmlformats.org/officeDocument/2006/relationships/image" Target="/ppt/media/image17.png" Id="Rcfda4670d2c848e5" /><Relationship Type="http://schemas.openxmlformats.org/officeDocument/2006/relationships/image" Target="/ppt/media/image18.png" Id="Ra86d3160c12442c6" /><Relationship Type="http://schemas.openxmlformats.org/officeDocument/2006/relationships/image" Target="/ppt/media/image19.png" Id="R90192de3d21e4704" /><Relationship Type="http://schemas.openxmlformats.org/officeDocument/2006/relationships/image" Target="/ppt/media/image44.png" Id="R3721174a0df34d9d" /><Relationship Type="http://schemas.openxmlformats.org/officeDocument/2006/relationships/image" Target="/ppt/media/image45.png" Id="R7caf51799aad4a0d" /><Relationship Type="http://schemas.openxmlformats.org/officeDocument/2006/relationships/image" Target="/ppt/media/image46.png" Id="R8e7b58556b374594" /><Relationship Type="http://schemas.openxmlformats.org/officeDocument/2006/relationships/image" Target="/ppt/media/image47.png" Id="R91d9d7f2023e4c08" /><Relationship Type="http://schemas.openxmlformats.org/officeDocument/2006/relationships/image" Target="/ppt/media/image48.png" Id="R376ca6c492034dea" /><Relationship Type="http://schemas.openxmlformats.org/officeDocument/2006/relationships/image" Target="/ppt/media/image49.png" Id="Ra8b39f9eabcc4b2b" /><Relationship Type="http://schemas.openxmlformats.org/officeDocument/2006/relationships/image" Target="/ppt/media/image50.png" Id="Ra2f6800270844699" /><Relationship Type="http://schemas.openxmlformats.org/officeDocument/2006/relationships/image" Target="/ppt/media/image51.png" Id="R6a11efa57de84ea9" /><Relationship Type="http://schemas.openxmlformats.org/officeDocument/2006/relationships/notesSlide" Target="/ppt/notesSlides/notesSlide7.xml" Id="R820e75c1780544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cb69eecf242bc" /><Relationship Type="http://schemas.openxmlformats.org/officeDocument/2006/relationships/image" Target="/ppt/media/image12.png" Id="Rc16a32dc0adf4d71" /><Relationship Type="http://schemas.openxmlformats.org/officeDocument/2006/relationships/image" Target="/ppt/media/image13.png" Id="R4505323483ff4116" /><Relationship Type="http://schemas.openxmlformats.org/officeDocument/2006/relationships/image" Target="/ppt/media/image14.png" Id="R0b0c059bf5084d01" /><Relationship Type="http://schemas.openxmlformats.org/officeDocument/2006/relationships/image" Target="/ppt/media/image15.png" Id="R087b31d8c60941bb" /><Relationship Type="http://schemas.openxmlformats.org/officeDocument/2006/relationships/image" Target="/ppt/media/image16.png" Id="Re456f05963ec4a53" /><Relationship Type="http://schemas.openxmlformats.org/officeDocument/2006/relationships/image" Target="/ppt/media/image17.png" Id="Re101b53cc348431c" /><Relationship Type="http://schemas.openxmlformats.org/officeDocument/2006/relationships/image" Target="/ppt/media/image18.png" Id="Re7d848bbef944a79" /><Relationship Type="http://schemas.openxmlformats.org/officeDocument/2006/relationships/image" Target="/ppt/media/image19.png" Id="R40e6ee9c82aa492a" /><Relationship Type="http://schemas.openxmlformats.org/officeDocument/2006/relationships/image" Target="/ppt/media/image52.png" Id="R9d3ac64cf94d4108" /><Relationship Type="http://schemas.openxmlformats.org/officeDocument/2006/relationships/image" Target="/ppt/media/image53.png" Id="Rbc74fce97bca46c2" /><Relationship Type="http://schemas.openxmlformats.org/officeDocument/2006/relationships/image" Target="/ppt/media/image54.png" Id="R24d01c140d33421f" /><Relationship Type="http://schemas.openxmlformats.org/officeDocument/2006/relationships/image" Target="/ppt/media/image55.png" Id="R6a14561f1ae147cc" /><Relationship Type="http://schemas.openxmlformats.org/officeDocument/2006/relationships/image" Target="/ppt/media/image56.png" Id="Rf376c6dca9eb4fee" /><Relationship Type="http://schemas.openxmlformats.org/officeDocument/2006/relationships/image" Target="/ppt/media/image57.png" Id="R4df32006949246b9" /><Relationship Type="http://schemas.openxmlformats.org/officeDocument/2006/relationships/image" Target="/ppt/media/image58.png" Id="R7ba8539fcd6b463d" /><Relationship Type="http://schemas.openxmlformats.org/officeDocument/2006/relationships/image" Target="/ppt/media/image59.png" Id="R0c53dd4f0b1d45f6" /><Relationship Type="http://schemas.openxmlformats.org/officeDocument/2006/relationships/notesSlide" Target="/ppt/notesSlides/notesSlide8.xml" Id="R6d72ff3a6ca545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1458468f84e7f" /><Relationship Type="http://schemas.openxmlformats.org/officeDocument/2006/relationships/image" Target="/ppt/media/image12.png" Id="R2d6a2420c2f241f6" /><Relationship Type="http://schemas.openxmlformats.org/officeDocument/2006/relationships/image" Target="/ppt/media/image13.png" Id="Rfa546914325a407c" /><Relationship Type="http://schemas.openxmlformats.org/officeDocument/2006/relationships/image" Target="/ppt/media/image14.png" Id="R796499eebfc84f9d" /><Relationship Type="http://schemas.openxmlformats.org/officeDocument/2006/relationships/image" Target="/ppt/media/image15.png" Id="R6621eed8dce34d2e" /><Relationship Type="http://schemas.openxmlformats.org/officeDocument/2006/relationships/image" Target="/ppt/media/image16.png" Id="R3cd52c7e50cc4550" /><Relationship Type="http://schemas.openxmlformats.org/officeDocument/2006/relationships/image" Target="/ppt/media/image17.png" Id="Rdb51ed18539f48e9" /><Relationship Type="http://schemas.openxmlformats.org/officeDocument/2006/relationships/image" Target="/ppt/media/image18.png" Id="R803822d91eea4326" /><Relationship Type="http://schemas.openxmlformats.org/officeDocument/2006/relationships/image" Target="/ppt/media/image19.png" Id="Rd530d6af93c44724" /><Relationship Type="http://schemas.openxmlformats.org/officeDocument/2006/relationships/image" Target="/ppt/media/image60.png" Id="Rdf1866c03e9241e2" /><Relationship Type="http://schemas.openxmlformats.org/officeDocument/2006/relationships/image" Target="/ppt/media/image61.png" Id="R5ad96d6013d94c31" /><Relationship Type="http://schemas.openxmlformats.org/officeDocument/2006/relationships/image" Target="/ppt/media/image62.png" Id="R478903161ec540b7" /><Relationship Type="http://schemas.openxmlformats.org/officeDocument/2006/relationships/image" Target="/ppt/media/image63.png" Id="R849e2e4a5483468c" /><Relationship Type="http://schemas.openxmlformats.org/officeDocument/2006/relationships/image" Target="/ppt/media/image64.png" Id="R9fd2c3cc0661425b" /><Relationship Type="http://schemas.openxmlformats.org/officeDocument/2006/relationships/image" Target="/ppt/media/image65.png" Id="R5f684e732beb41b5" /><Relationship Type="http://schemas.openxmlformats.org/officeDocument/2006/relationships/image" Target="/ppt/media/image66.png" Id="R503722d052ea48e8" /><Relationship Type="http://schemas.openxmlformats.org/officeDocument/2006/relationships/image" Target="/ppt/media/image67.png" Id="R4aab7a06995547a6" /><Relationship Type="http://schemas.openxmlformats.org/officeDocument/2006/relationships/notesSlide" Target="/ppt/notesSlides/notesSlide9.xml" Id="R6cc003ee44534f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572d03fb7483c" /><Relationship Type="http://schemas.openxmlformats.org/officeDocument/2006/relationships/image" Target="/ppt/media/image4.png" Id="R5ed8a06eee6548a0" /><Relationship Type="http://schemas.openxmlformats.org/officeDocument/2006/relationships/image" Target="/ppt/media/image5.png" Id="Reeb13749ae814028" /><Relationship Type="http://schemas.openxmlformats.org/officeDocument/2006/relationships/image" Target="/ppt/media/image6.png" Id="R78a5c5e7e40543cd" /><Relationship Type="http://schemas.openxmlformats.org/officeDocument/2006/relationships/image" Target="/ppt/media/image7.png" Id="R3546a483230e40a7" /><Relationship Type="http://schemas.openxmlformats.org/officeDocument/2006/relationships/image" Target="/ppt/media/image68.png" Id="Rfd74a5c1cfbb4e5d" /><Relationship Type="http://schemas.openxmlformats.org/officeDocument/2006/relationships/image" Target="/ppt/media/image69.png" Id="R5dbb84f6cbd542c6" /><Relationship Type="http://schemas.openxmlformats.org/officeDocument/2006/relationships/image" Target="/ppt/media/image70.png" Id="R473e66eda5a84448" /><Relationship Type="http://schemas.openxmlformats.org/officeDocument/2006/relationships/image" Target="/ppt/media/image71.png" Id="R1a31339104894df7" /><Relationship Type="http://schemas.openxmlformats.org/officeDocument/2006/relationships/notesSlide" Target="/ppt/notesSlides/notesSlide10.xml" Id="Rdb3bda0d192a44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b4f3a87134bd1" /><Relationship Type="http://schemas.openxmlformats.org/officeDocument/2006/relationships/image" Target="/ppt/media/image12.png" Id="R790562736ae84d48" /><Relationship Type="http://schemas.openxmlformats.org/officeDocument/2006/relationships/image" Target="/ppt/media/image13.png" Id="R33a056580273428d" /><Relationship Type="http://schemas.openxmlformats.org/officeDocument/2006/relationships/image" Target="/ppt/media/image14.png" Id="Rb1593da720304f75" /><Relationship Type="http://schemas.openxmlformats.org/officeDocument/2006/relationships/image" Target="/ppt/media/image15.png" Id="R44fdbc2d5f514e8f" /><Relationship Type="http://schemas.openxmlformats.org/officeDocument/2006/relationships/image" Target="/ppt/media/image16.png" Id="Rfb16773b2cfb4510" /><Relationship Type="http://schemas.openxmlformats.org/officeDocument/2006/relationships/image" Target="/ppt/media/image17.png" Id="R0ee565323cb1447b" /><Relationship Type="http://schemas.openxmlformats.org/officeDocument/2006/relationships/image" Target="/ppt/media/image18.png" Id="Rd48e69d7d1524484" /><Relationship Type="http://schemas.openxmlformats.org/officeDocument/2006/relationships/image" Target="/ppt/media/image19.png" Id="R0a3805b5e0c14ba9" /><Relationship Type="http://schemas.openxmlformats.org/officeDocument/2006/relationships/image" Target="/ppt/media/image72.png" Id="R39dbdd248b6a470e" /><Relationship Type="http://schemas.openxmlformats.org/officeDocument/2006/relationships/image" Target="/ppt/media/image73.png" Id="R4866dd296d1b49e6" /><Relationship Type="http://schemas.openxmlformats.org/officeDocument/2006/relationships/image" Target="/ppt/media/image74.png" Id="Rc5e36e98a65746b0" /><Relationship Type="http://schemas.openxmlformats.org/officeDocument/2006/relationships/image" Target="/ppt/media/image75.png" Id="R377efd26546f47b7" /><Relationship Type="http://schemas.openxmlformats.org/officeDocument/2006/relationships/image" Target="/ppt/media/image76.png" Id="R17040ced58224285" /><Relationship Type="http://schemas.openxmlformats.org/officeDocument/2006/relationships/image" Target="/ppt/media/image77.png" Id="R99080147a6744851" /><Relationship Type="http://schemas.openxmlformats.org/officeDocument/2006/relationships/image" Target="/ppt/media/image78.png" Id="R203fca2e1fbc4d74" /><Relationship Type="http://schemas.openxmlformats.org/officeDocument/2006/relationships/image" Target="/ppt/media/image79.png" Id="R278292ff06dd4e4d" /><Relationship Type="http://schemas.openxmlformats.org/officeDocument/2006/relationships/notesSlide" Target="/ppt/notesSlides/notesSlide11.xml" Id="R4e3d5c35a8f24f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3496a0aca408c" /><Relationship Type="http://schemas.openxmlformats.org/officeDocument/2006/relationships/image" Target="/ppt/media/image12.png" Id="Rf130e388065444e7" /><Relationship Type="http://schemas.openxmlformats.org/officeDocument/2006/relationships/image" Target="/ppt/media/image13.png" Id="R90b3d9af389c4895" /><Relationship Type="http://schemas.openxmlformats.org/officeDocument/2006/relationships/image" Target="/ppt/media/image14.png" Id="Rcc650124fa194c2e" /><Relationship Type="http://schemas.openxmlformats.org/officeDocument/2006/relationships/image" Target="/ppt/media/image15.png" Id="R20e39378294f48e0" /><Relationship Type="http://schemas.openxmlformats.org/officeDocument/2006/relationships/image" Target="/ppt/media/image16.png" Id="Rc6435d19de9642a2" /><Relationship Type="http://schemas.openxmlformats.org/officeDocument/2006/relationships/image" Target="/ppt/media/image17.png" Id="Rdf7a8eea2432409e" /><Relationship Type="http://schemas.openxmlformats.org/officeDocument/2006/relationships/image" Target="/ppt/media/image18.png" Id="Rfc126eea3bb447f4" /><Relationship Type="http://schemas.openxmlformats.org/officeDocument/2006/relationships/image" Target="/ppt/media/image19.png" Id="Rfa2931a682524f6b" /><Relationship Type="http://schemas.openxmlformats.org/officeDocument/2006/relationships/image" Target="/ppt/media/image80.png" Id="R58eafb2dfa9f42d9" /><Relationship Type="http://schemas.openxmlformats.org/officeDocument/2006/relationships/image" Target="/ppt/media/image81.png" Id="Rad6030b8f78246c1" /><Relationship Type="http://schemas.openxmlformats.org/officeDocument/2006/relationships/image" Target="/ppt/media/image82.png" Id="R4d216596681a468a" /><Relationship Type="http://schemas.openxmlformats.org/officeDocument/2006/relationships/image" Target="/ppt/media/image83.png" Id="R455ab66da5ad465f" /><Relationship Type="http://schemas.openxmlformats.org/officeDocument/2006/relationships/image" Target="/ppt/media/image84.png" Id="R029dea11cc354ed1" /><Relationship Type="http://schemas.openxmlformats.org/officeDocument/2006/relationships/image" Target="/ppt/media/image85.png" Id="R5fad3f46b10e439b" /><Relationship Type="http://schemas.openxmlformats.org/officeDocument/2006/relationships/image" Target="/ppt/media/image86.png" Id="Ra97365f1ce524354" /><Relationship Type="http://schemas.openxmlformats.org/officeDocument/2006/relationships/image" Target="/ppt/media/image87.png" Id="R9a251ac1029c431b" /><Relationship Type="http://schemas.openxmlformats.org/officeDocument/2006/relationships/notesSlide" Target="/ppt/notesSlides/notesSlide12.xml" Id="R55d1823b2ccd4f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853f9400a42ab" /><Relationship Type="http://schemas.openxmlformats.org/officeDocument/2006/relationships/image" Target="/ppt/media/image4.png" Id="Rd15b1f5e6d4b44b5" /><Relationship Type="http://schemas.openxmlformats.org/officeDocument/2006/relationships/image" Target="/ppt/media/image5.png" Id="R16579c05541c45bb" /><Relationship Type="http://schemas.openxmlformats.org/officeDocument/2006/relationships/image" Target="/ppt/media/image6.png" Id="R37dc8decc85a49ed" /><Relationship Type="http://schemas.openxmlformats.org/officeDocument/2006/relationships/image" Target="/ppt/media/image7.png" Id="R5f3679d011d242e3" /><Relationship Type="http://schemas.openxmlformats.org/officeDocument/2006/relationships/image" Target="/ppt/media/image88.png" Id="Rab3da2dd2a4b4fc8" /><Relationship Type="http://schemas.openxmlformats.org/officeDocument/2006/relationships/image" Target="/ppt/media/image89.png" Id="Rd1db009d95474492" /><Relationship Type="http://schemas.openxmlformats.org/officeDocument/2006/relationships/image" Target="/ppt/media/image90.png" Id="R20404d2c266744e8" /><Relationship Type="http://schemas.openxmlformats.org/officeDocument/2006/relationships/image" Target="/ppt/media/image91.png" Id="R6970d2e00c09455d" /><Relationship Type="http://schemas.openxmlformats.org/officeDocument/2006/relationships/notesSlide" Target="/ppt/notesSlides/notesSlide13.xml" Id="Rd9140889933344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4b3094cb9406d" /><Relationship Type="http://schemas.openxmlformats.org/officeDocument/2006/relationships/image" Target="/ppt/media/image.png" Id="Ra954a559ea4e44b6" /><Relationship Type="http://schemas.openxmlformats.org/officeDocument/2006/relationships/image" Target="/ppt/media/image92.png" Id="R5ada4b4f4e5d48be" /><Relationship Type="http://schemas.openxmlformats.org/officeDocument/2006/relationships/notesSlide" Target="/ppt/notesSlides/notesSlide14.xml" Id="R358fbf9578eb4f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5fdfd65ce4a24" /><Relationship Type="http://schemas.openxmlformats.org/officeDocument/2006/relationships/image" Target="/ppt/media/image.png" Id="Rb05fa9355b394072" /><Relationship Type="http://schemas.openxmlformats.org/officeDocument/2006/relationships/image" Target="/ppt/media/image93.png" Id="R571e95bbce35463f" /><Relationship Type="http://schemas.openxmlformats.org/officeDocument/2006/relationships/notesSlide" Target="/ppt/notesSlides/notesSlide15.xml" Id="Rce8102da9ba54f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325E5C-68CB-4F1E-858D-DC98AEEC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UNMAEK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DE74F-528C-443D-B3D8-5BC3C782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ACT 1 SHOWCASE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MOTION + VFX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21B28-C4AA-4D31-989B-C8793DE0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NATIVE 128PX PLAYER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FULL-8 + IDENTITY VFX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9C47E-3796-4120-8ACB-4E459697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Sources: concept · keyposes · ACT 1 map/video · prior pilots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8CB64-792D-4BC6-97A6-CD8BD52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"/>
            <a:ext cx="558165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ace7e9ed94db4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9573C-2504-4468-9247-887D11EA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19750"/>
            <a:ext cx="531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Old 64px review vs new native 128px · 960×540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B64B6-7DB5-41BE-B8C8-AA57ADF6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C91D2-0A75-4663-B02F-2AD9B348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UNMAEK_ACT1_SHOWCASE_MOTION_VFX_HANDOFF_v1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1A69A-E740-4322-A8AF-4A9BBFA8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d170a5d0a43c0"/>
          <a:stretch xmlns:a="http://schemas.openxmlformats.org/drawingml/2006/main"/>
        </p:blipFill>
        <p:spPr>
          <a:xfrm xmlns:a="http://schemas.openxmlformats.org/drawingml/2006/main" rot="0">
            <a:off x="6757035" y="1776174"/>
            <a:ext cx="4488180" cy="25246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5386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325E5C-68CB-4F1E-858D-DC98AEEC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UNMAEK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DE74F-528C-443D-B3D8-5BC3C782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CONCEPT DETAIL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LOCK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21B28-C4AA-4D31-989B-C8793DE0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SAME 15-YEAR-OLD INVESTIGATOR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NO REDESIGN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9C47E-3796-4120-8ACB-4E459697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Hair · face · teal scarf · cape · dagger · bag · boots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8CB64-792D-4BC6-97A6-CD8BD52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"/>
            <a:ext cx="558165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28a7fbc0947c3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9573C-2504-4468-9247-887D11EA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19750"/>
            <a:ext cx="531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A details read at runtime; B details read on attack / word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B64B6-7DB5-41BE-B8C8-AA57ADF6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C91D2-0A75-4663-B02F-2AD9B348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UNMAEK_ACT1_SHOWCASE_MOTION_VFX_HANDOFF_v1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1A69A-E740-4322-A8AF-4A9BBFA8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ff241e58e4bd5"/>
          <a:stretch xmlns:a="http://schemas.openxmlformats.org/drawingml/2006/main"/>
        </p:blipFill>
        <p:spPr>
          <a:xfrm xmlns:a="http://schemas.openxmlformats.org/drawingml/2006/main" rot="0">
            <a:off x="6757035" y="1776174"/>
            <a:ext cx="4488180" cy="25246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5386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13A97-F6DF-478B-8AA9-192AE441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5BA58-A1EF-48BB-9654-3D77BD7F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64PX → 128PX — NATIVE REPLACEMENT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92D53-5197-43A2-8F90-70A2719C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Old pilot remains sequence/anchor reference only; runtime enlargement is retired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129F4-A8A9-45F6-9759-256199F3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C95D9-1A86-44BF-B669-47D3326E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UNMAEK_ACT1_SHOWCASE_MOTION_VFX_HANDOFF_v1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AE447-6B70-40E8-81EA-0D5B731E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71C7C-FDFF-4C7C-893C-17FE06FF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FAF3A-0137-4C43-A2DE-800ED4A4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 · OLD 64PX LOCK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764e64f4f4c3e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1401F-7692-4DF9-91C4-0730EB80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6AE64-B73E-48A6-A9EB-64C0B41E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 · NEW 128PX LOCK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a86f795094ac8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758E3-B19F-4C97-9873-B7B294F0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34787-808B-448D-B15B-8BC7F11E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 · SCREEN PROOF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78201f2b64563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5F997-0AC6-42F2-86ED-3FCE9516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EECA0-76A5-4740-B6BB-5EDAD606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04 · DETAIL LOCK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23bb31c0e45a3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C4E15-CCB3-49BF-9E74-19CDF175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No old runtime pixels reused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BF154B-C565-4239-AB29-FE0CE943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Old: 64×64 · 2× review enlargement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CF596-8B5A-432E-BB7E-50B2F382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Standing body 89–96px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CC02D-E942-402C-A5C2-FE27577D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No bilinear / bicubic / soft AA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81C296-E40E-483C-98E5-FA1831FA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New: 128×128 · 1.0× native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5764A-C602-4759-B17E-877A0842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Canonical GP fixed at (64,112)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890FA-67EF-4466-BB35-14A0DB2D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Visual gain: face, dagger, bag, cape, boots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3225804e24a81"/>
          <a:stretch xmlns:a="http://schemas.openxmlformats.org/drawingml/2006/main"/>
        </p:blipFill>
        <p:spPr>
          <a:xfrm xmlns:a="http://schemas.openxmlformats.org/drawingml/2006/main" rot="0">
            <a:off x="476250" y="2857201"/>
            <a:ext cx="2595563" cy="324445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a582ccb464ce8"/>
          <a:stretch xmlns:a="http://schemas.openxmlformats.org/drawingml/2006/main"/>
        </p:blipFill>
        <p:spPr>
          <a:xfrm xmlns:a="http://schemas.openxmlformats.org/drawingml/2006/main" rot="0">
            <a:off x="3357563" y="2857201"/>
            <a:ext cx="2595563" cy="324445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fdd8ce0bd4d04"/>
          <a:stretch xmlns:a="http://schemas.openxmlformats.org/drawingml/2006/main"/>
        </p:blipFill>
        <p:spPr>
          <a:xfrm xmlns:a="http://schemas.openxmlformats.org/drawingml/2006/main" rot="0">
            <a:off x="6357159" y="2355958"/>
            <a:ext cx="2358995" cy="1326935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9b3e1861e4c57"/>
          <a:stretch xmlns:a="http://schemas.openxmlformats.org/drawingml/2006/main"/>
        </p:blipFill>
        <p:spPr>
          <a:xfrm xmlns:a="http://schemas.openxmlformats.org/drawingml/2006/main" rot="0">
            <a:off x="9391902" y="2442262"/>
            <a:ext cx="2052134" cy="1154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414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7D602-C193-4622-986B-BB7C30D0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A37B7-7CD3-422E-AA68-40BFA3D2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FULL-8 IDLE — SAME BOY, FIXED FEET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31ACA-EB8E-417A-BF09-B1015C41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128×128 · 4f each direction · GP (64,112) · loop delta 0px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17AA0-DBE8-4FFB-B85D-C99A556B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34DE1-FDB1-4713-B550-2BFCB68B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 · FULL-8 IDLE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F5C4F-2DBD-4044-9D1E-C28A7E99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EF80B-745C-46A2-BBF8-541995E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C63D8-7633-4061-A8BC-A6C65BD6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 · N · IDLE F01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f076aaa544368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7143D-4FAA-4B7B-8253-24F7FBB0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3CB4E-5EEB-44FA-823F-04F42600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 · NE · IDLE F01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78f61db4649bf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708B4-A68C-44AC-A3EA-F354F196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FD0EE-36F5-4A4D-99BB-C7066408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 · E · IDLE F01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5982b5f5b41ba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F55C7-4E8C-459C-95C7-B6FC0D53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BEDF1-3A85-4C37-9D2B-FB2059D0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04 · SE · IDLE F01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23c987add4026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A5ADA-BBAE-4A6E-AF49-67D27E86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E9CF3-0E01-4E6B-85CB-74F56C3E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05 · S · IDLE F01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d50b044a04304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E199A-4759-4D4D-A0C6-AC510611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3FECE-2853-48EA-8D26-2774505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06 · SW · IDLE F01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1648abce14c1a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1B639-F9B1-403A-93C3-B2AE06E8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84038-D316-4B41-B141-0F68C78E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07 · W · IDLE F01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affd53af74aa0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38829E-37A4-4932-A4BE-B9479AD4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A9534-08BE-4504-958F-B3D0043D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08 · NW · IDLE F01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76fc5f52943bb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6F51B8-0C40-4EE5-A25E-4D27FF91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player/full8/idle · 32 native frames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A16B77-DEAA-42F3-817F-F8ECF628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 · rear hair / cape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44B17F-6A5D-4311-A5FB-258D8348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NE · rear 3/4 reads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A05406-4186-42C6-9D11-6A5DBD50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· shoulder top visible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0C59FC-04D6-4204-9A3B-135DA0A8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SE · face / teal scarf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10A3C4-4B9C-4AA2-AEAC-8B4C4C98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bag · left-rear hip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DDF403-3CA8-4DB7-9D7B-35EB5DA3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SW · bag / cape corrected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1E8CE2-F1DD-4976-85D6-9699AB7F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W · right-hand dagger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D96C88-044B-4FF6-9702-AF0ECB6F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NW · left-rear bag reads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F52573-3FE1-4E12-9E5E-94A5577A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· chest / face reads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B8D8C7-16DB-48E9-95D2-279A0CC6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cape asymmetry · no halo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0962b20ae4029"/>
          <a:stretch xmlns:a="http://schemas.openxmlformats.org/drawingml/2006/main"/>
        </p:blipFill>
        <p:spPr>
          <a:xfrm xmlns:a="http://schemas.openxmlformats.org/drawingml/2006/main" rot="0">
            <a:off x="1312069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2d0560ee54043"/>
          <a:stretch xmlns:a="http://schemas.openxmlformats.org/drawingml/2006/main"/>
        </p:blipFill>
        <p:spPr>
          <a:xfrm xmlns:a="http://schemas.openxmlformats.org/drawingml/2006/main" rot="0">
            <a:off x="4193382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fd9856f54410b"/>
          <a:stretch xmlns:a="http://schemas.openxmlformats.org/drawingml/2006/main"/>
        </p:blipFill>
        <p:spPr>
          <a:xfrm xmlns:a="http://schemas.openxmlformats.org/drawingml/2006/main" rot="0">
            <a:off x="7074694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580a0c40f40c5"/>
          <a:stretch xmlns:a="http://schemas.openxmlformats.org/drawingml/2006/main"/>
        </p:blipFill>
        <p:spPr>
          <a:xfrm xmlns:a="http://schemas.openxmlformats.org/drawingml/2006/main" rot="0">
            <a:off x="9956007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b25ddb7594641"/>
          <a:stretch xmlns:a="http://schemas.openxmlformats.org/drawingml/2006/main"/>
        </p:blipFill>
        <p:spPr>
          <a:xfrm xmlns:a="http://schemas.openxmlformats.org/drawingml/2006/main" rot="0">
            <a:off x="7119004" y="3330435"/>
            <a:ext cx="835304" cy="835304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17e722a014711"/>
          <a:stretch xmlns:a="http://schemas.openxmlformats.org/drawingml/2006/main"/>
        </p:blipFill>
        <p:spPr>
          <a:xfrm xmlns:a="http://schemas.openxmlformats.org/drawingml/2006/main" rot="0">
            <a:off x="1396959" y="3371016"/>
            <a:ext cx="754144" cy="754144"/>
          </a:xfrm>
          <a:prstGeom xmlns:a="http://schemas.openxmlformats.org/drawingml/2006/main" prst="rect">
            <a:avLst/>
          </a:prstGeom>
        </p:spPr>
      </p:pic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9bd086402482e"/>
          <a:stretch xmlns:a="http://schemas.openxmlformats.org/drawingml/2006/main"/>
        </p:blipFill>
        <p:spPr>
          <a:xfrm xmlns:a="http://schemas.openxmlformats.org/drawingml/2006/main" rot="0">
            <a:off x="4283062" y="3375806"/>
            <a:ext cx="744563" cy="744563"/>
          </a:xfrm>
          <a:prstGeom xmlns:a="http://schemas.openxmlformats.org/drawingml/2006/main" prst="rect">
            <a:avLst/>
          </a:prstGeom>
        </p:spPr>
      </p:pic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627ca737447ab"/>
          <a:stretch xmlns:a="http://schemas.openxmlformats.org/drawingml/2006/main"/>
        </p:blipFill>
        <p:spPr>
          <a:xfrm xmlns:a="http://schemas.openxmlformats.org/drawingml/2006/main" rot="0">
            <a:off x="10037642" y="3367761"/>
            <a:ext cx="760653" cy="7606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087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7D602-C193-4622-986B-BB7C30D0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A37B7-7CD3-422E-AA68-40BFA3D2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FULL-8 MOVE — FEET AND WEIGHT 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31ACA-EB8E-417A-BF09-B1015C41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128×128 · 6f each direction · alternating steps · loop delta 0px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17AA0-DBE8-4FFB-B85D-C99A556B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34DE1-FDB1-4713-B550-2BFCB68B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 · FULL-8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F5C4F-2DBD-4044-9D1E-C28A7E99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EF80B-745C-46A2-BBF8-541995E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C63D8-7633-4061-A8BC-A6C65BD6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 · N · MOVE CONTACT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1c72bf72945f1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7143D-4FAA-4B7B-8253-24F7FBB0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3CB4E-5EEB-44FA-823F-04F42600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 · NE · MOVE CONTACT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2c9834cea4184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708B4-A68C-44AC-A3EA-F354F196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FD0EE-36F5-4A4D-99BB-C7066408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 · E · MOVE CONTACT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b3b59cb63494c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F55C7-4E8C-459C-95C7-B6FC0D53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BEDF1-3A85-4C37-9D2B-FB2059D0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04 · SE · MOVE CONTACT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8740104fb4812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A5ADA-BBAE-4A6E-AF49-67D27E86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E9CF3-0E01-4E6B-85CB-74F56C3E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05 · S · MOVE CONTACT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4e5463ce24398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E199A-4759-4D4D-A0C6-AC510611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3FECE-2853-48EA-8D26-2774505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06 · SW · MOVE CONTACT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6f3e6db834e4d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1B639-F9B1-403A-93C3-B2AE06E8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84038-D316-4B41-B141-0F68C78E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07 · W · MOVE CONTACT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66331f99c45d9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38829E-37A4-4932-A4BE-B9479AD4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A9534-08BE-4504-958F-B3D0043D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08 · NW · MOVE CONTACT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b5b979d7641a6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6F51B8-0C40-4EE5-A25E-4D27FF91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player/full8/move · 48 native frames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A16B77-DEAA-42F3-817F-F8ECF628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 · leg split reads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44B17F-6A5D-4311-A5FB-258D8348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NE · shoulder / hip counter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A05406-4186-42C6-9D11-6A5DBD50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· dagger hand stable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0C59FC-04D6-4204-9A3B-135DA0A8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SE · opposite foot contact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10A3C4-4B9C-4AA2-AEAC-8B4C4C98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foot slide · 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DDF403-3CA8-4DB7-9D7B-35EB5DA3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SW · diagonal progress reads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1E8CE2-F1DD-4976-85D6-9699AB7F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W · side-top camera held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D96C88-044B-4FF6-9702-AF0ECB6F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NW · cape and bag lag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F52573-3FE1-4E12-9E5E-94A5577A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· knees remain separate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B8D8C7-16DB-48E9-95D2-279A0CC6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translation-only frame · 0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67522e17b4037"/>
          <a:stretch xmlns:a="http://schemas.openxmlformats.org/drawingml/2006/main"/>
        </p:blipFill>
        <p:spPr>
          <a:xfrm xmlns:a="http://schemas.openxmlformats.org/drawingml/2006/main" rot="0">
            <a:off x="1312069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141eb5f0c4e4d"/>
          <a:stretch xmlns:a="http://schemas.openxmlformats.org/drawingml/2006/main"/>
        </p:blipFill>
        <p:spPr>
          <a:xfrm xmlns:a="http://schemas.openxmlformats.org/drawingml/2006/main" rot="0">
            <a:off x="4193382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92e7501f949e6"/>
          <a:stretch xmlns:a="http://schemas.openxmlformats.org/drawingml/2006/main"/>
        </p:blipFill>
        <p:spPr>
          <a:xfrm xmlns:a="http://schemas.openxmlformats.org/drawingml/2006/main" rot="0">
            <a:off x="7074694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514289cb14149"/>
          <a:stretch xmlns:a="http://schemas.openxmlformats.org/drawingml/2006/main"/>
        </p:blipFill>
        <p:spPr>
          <a:xfrm xmlns:a="http://schemas.openxmlformats.org/drawingml/2006/main" rot="0">
            <a:off x="9956007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5d147b0b7414e"/>
          <a:stretch xmlns:a="http://schemas.openxmlformats.org/drawingml/2006/main"/>
        </p:blipFill>
        <p:spPr>
          <a:xfrm xmlns:a="http://schemas.openxmlformats.org/drawingml/2006/main" rot="0">
            <a:off x="7119004" y="3330435"/>
            <a:ext cx="835304" cy="835304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d673333884cdb"/>
          <a:stretch xmlns:a="http://schemas.openxmlformats.org/drawingml/2006/main"/>
        </p:blipFill>
        <p:spPr>
          <a:xfrm xmlns:a="http://schemas.openxmlformats.org/drawingml/2006/main" rot="0">
            <a:off x="1396959" y="3371016"/>
            <a:ext cx="754144" cy="754144"/>
          </a:xfrm>
          <a:prstGeom xmlns:a="http://schemas.openxmlformats.org/drawingml/2006/main" prst="rect">
            <a:avLst/>
          </a:prstGeom>
        </p:spPr>
      </p:pic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fd273ec7b479b"/>
          <a:stretch xmlns:a="http://schemas.openxmlformats.org/drawingml/2006/main"/>
        </p:blipFill>
        <p:spPr>
          <a:xfrm xmlns:a="http://schemas.openxmlformats.org/drawingml/2006/main" rot="0">
            <a:off x="4283062" y="3375806"/>
            <a:ext cx="744563" cy="744563"/>
          </a:xfrm>
          <a:prstGeom xmlns:a="http://schemas.openxmlformats.org/drawingml/2006/main" prst="rect">
            <a:avLst/>
          </a:prstGeom>
        </p:spPr>
      </p:pic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306176b514415"/>
          <a:stretch xmlns:a="http://schemas.openxmlformats.org/drawingml/2006/main"/>
        </p:blipFill>
        <p:spPr>
          <a:xfrm xmlns:a="http://schemas.openxmlformats.org/drawingml/2006/main" rot="0">
            <a:off x="10037642" y="3367761"/>
            <a:ext cx="760653" cy="7606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087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7D602-C193-4622-986B-BB7C30D0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A37B7-7CD3-422E-AA68-40BFA3D2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FULL-8 DASH — SHORT EVASION, NO TELEPORT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31ACA-EB8E-417A-BF09-B1015C41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128×128 · 4f each direction · prepare / lower / push / recover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17AA0-DBE8-4FFB-B85D-C99A556B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34DE1-FDB1-4713-B550-2BFCB68B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 · FULL-8 DASH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F5C4F-2DBD-4044-9D1E-C28A7E99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EF80B-745C-46A2-BBF8-541995E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C63D8-7633-4061-A8BC-A6C65BD6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 · N · DASH PUSH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40c93c8504c03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7143D-4FAA-4B7B-8253-24F7FBB0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3CB4E-5EEB-44FA-823F-04F42600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 · NE · DASH PUSH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2365dd244423b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708B4-A68C-44AC-A3EA-F354F196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FD0EE-36F5-4A4D-99BB-C7066408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 · E · DASH PUSH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69eb5ecda45ca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F55C7-4E8C-459C-95C7-B6FC0D53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BEDF1-3A85-4C37-9D2B-FB2059D0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04 · SE · DASH PUSH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af2434ffa4669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A5ADA-BBAE-4A6E-AF49-67D27E86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E9CF3-0E01-4E6B-85CB-74F56C3E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05 · S · DASH PUSH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e3acc58bc43ab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E199A-4759-4D4D-A0C6-AC510611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3FECE-2853-48EA-8D26-2774505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06 · SW · DASH PUSH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afd4b018f40f7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1B639-F9B1-403A-93C3-B2AE06E8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84038-D316-4B41-B141-0F68C78E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07 · W · DASH PUSH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c69aa07364d39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38829E-37A4-4932-A4BE-B9479AD4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A9534-08BE-4504-958F-B3D0043D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08 · NW · DASH PUSH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7b43e33a34c27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6F51B8-0C40-4EE5-A25E-4D27FF91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player/full8/dash · 32 native frames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A16B77-DEAA-42F3-817F-F8ECF628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 · center lowered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44B17F-6A5D-4311-A5FB-258D8348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NE · propulsion silhouette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A05406-4186-42C6-9D11-6A5DBD50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· bag follows push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0C59FC-04D6-4204-9A3B-135DA0A8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SE · body remains grounded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10A3C4-4B9C-4AA2-AEAC-8B4C4C98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afterimage · 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DDF403-3CA8-4DB7-9D7B-35EB5DA3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SW · short hazard escape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1E8CE2-F1DD-4976-85D6-9699AB7F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W · no light streak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D96C88-044B-4FF6-9702-AF0ECB6F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NW · cape follows one beat late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F52573-3FE1-4E12-9E5E-94A5577A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· no vanish / blink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B8D8C7-16DB-48E9-95D2-279A0CC6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dash distance / collision change · 0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e980f78a94b6d"/>
          <a:stretch xmlns:a="http://schemas.openxmlformats.org/drawingml/2006/main"/>
        </p:blipFill>
        <p:spPr>
          <a:xfrm xmlns:a="http://schemas.openxmlformats.org/drawingml/2006/main" rot="0">
            <a:off x="1312069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8188684474dd0"/>
          <a:stretch xmlns:a="http://schemas.openxmlformats.org/drawingml/2006/main"/>
        </p:blipFill>
        <p:spPr>
          <a:xfrm xmlns:a="http://schemas.openxmlformats.org/drawingml/2006/main" rot="0">
            <a:off x="4193382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6b4e47f6548fb"/>
          <a:stretch xmlns:a="http://schemas.openxmlformats.org/drawingml/2006/main"/>
        </p:blipFill>
        <p:spPr>
          <a:xfrm xmlns:a="http://schemas.openxmlformats.org/drawingml/2006/main" rot="0">
            <a:off x="7074694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66c26421340ec"/>
          <a:stretch xmlns:a="http://schemas.openxmlformats.org/drawingml/2006/main"/>
        </p:blipFill>
        <p:spPr>
          <a:xfrm xmlns:a="http://schemas.openxmlformats.org/drawingml/2006/main" rot="0">
            <a:off x="9956007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de9abcb35450a"/>
          <a:stretch xmlns:a="http://schemas.openxmlformats.org/drawingml/2006/main"/>
        </p:blipFill>
        <p:spPr>
          <a:xfrm xmlns:a="http://schemas.openxmlformats.org/drawingml/2006/main" rot="0">
            <a:off x="7119004" y="3330435"/>
            <a:ext cx="835304" cy="835304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775057f7546f0"/>
          <a:stretch xmlns:a="http://schemas.openxmlformats.org/drawingml/2006/main"/>
        </p:blipFill>
        <p:spPr>
          <a:xfrm xmlns:a="http://schemas.openxmlformats.org/drawingml/2006/main" rot="0">
            <a:off x="1396959" y="3371016"/>
            <a:ext cx="754144" cy="754144"/>
          </a:xfrm>
          <a:prstGeom xmlns:a="http://schemas.openxmlformats.org/drawingml/2006/main" prst="rect">
            <a:avLst/>
          </a:prstGeom>
        </p:spPr>
      </p:pic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c554e8bdb4d5a"/>
          <a:stretch xmlns:a="http://schemas.openxmlformats.org/drawingml/2006/main"/>
        </p:blipFill>
        <p:spPr>
          <a:xfrm xmlns:a="http://schemas.openxmlformats.org/drawingml/2006/main" rot="0">
            <a:off x="4283062" y="3375806"/>
            <a:ext cx="744563" cy="744563"/>
          </a:xfrm>
          <a:prstGeom xmlns:a="http://schemas.openxmlformats.org/drawingml/2006/main" prst="rect">
            <a:avLst/>
          </a:prstGeom>
        </p:spPr>
      </p:pic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18d2c39974649"/>
          <a:stretch xmlns:a="http://schemas.openxmlformats.org/drawingml/2006/main"/>
        </p:blipFill>
        <p:spPr>
          <a:xfrm xmlns:a="http://schemas.openxmlformats.org/drawingml/2006/main" rot="0">
            <a:off x="10037642" y="3367761"/>
            <a:ext cx="760653" cy="7606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08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7D602-C193-4622-986B-BB7C30D0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A37B7-7CD3-422E-AA68-40BFA3D2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FULL-8 BASIC ATTACK — SHORT FIELD CUT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31ACA-EB8E-417A-BF09-B1015C41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128×128 · 5f each direction · contact pose maps to existing hit timestamp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17AA0-DBE8-4FFB-B85D-C99A556B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34DE1-FDB1-4713-B550-2BFCB68B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 · FULL-8 ATTACK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F5C4F-2DBD-4044-9D1E-C28A7E99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EF80B-745C-46A2-BBF8-541995E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C63D8-7633-4061-A8BC-A6C65BD6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 · N · ATTACK CONTACT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fc12557394214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7143D-4FAA-4B7B-8253-24F7FBB0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3CB4E-5EEB-44FA-823F-04F42600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 · NE · ATTACK CONTACT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1ebced91a4842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708B4-A68C-44AC-A3EA-F354F196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FD0EE-36F5-4A4D-99BB-C7066408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 · E · ATTACK CONTACT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37245abf842ec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F55C7-4E8C-459C-95C7-B6FC0D53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BEDF1-3A85-4C37-9D2B-FB2059D0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04 · SE · ATTACK CONTACT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788e5f3bb4cdb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A5ADA-BBAE-4A6E-AF49-67D27E86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E9CF3-0E01-4E6B-85CB-74F56C3E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05 · S · ATTACK CONTACT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2daea466c4cc7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E199A-4759-4D4D-A0C6-AC510611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3FECE-2853-48EA-8D26-2774505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06 · SW · ATTACK CONTACT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a4670d2c848e5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1B639-F9B1-403A-93C3-B2AE06E8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84038-D316-4B41-B141-0F68C78E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07 · W · ATTACK CONTACT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d3160c12442c6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38829E-37A4-4932-A4BE-B9479AD4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A9534-08BE-4504-958F-B3D0043D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08 · NW · ATTACK CONTACT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92de3d21e4704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6F51B8-0C40-4EE5-A25E-4D27FF91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player/full8/basic_attack · 40 native frames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A16B77-DEAA-42F3-817F-F8ECF628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 · dagger direction reads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44B17F-6A5D-4311-A5FB-258D8348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NE · shoulder / hip turn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A05406-4186-42C6-9D11-6A5DBD50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· no body teleport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0C59FC-04D6-4204-9A3B-135DA0A8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SE · contact before return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10A3C4-4B9C-4AA2-AEAC-8B4C4C98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dagger_tip · per-frame coords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DDF403-3CA8-4DB7-9D7B-35EB5DA3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SW · practical short cut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1E8CE2-F1DD-4976-85D6-9699AB7F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W · right-hand blade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D96C88-044B-4FF6-9702-AF0ECB6F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NW · follow-through present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F52573-3FE1-4E12-9E5E-94A5577A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· novice field response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B8D8C7-16DB-48E9-95D2-279A0CC6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damage / range / timing change · 0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1174a0df34d9d"/>
          <a:stretch xmlns:a="http://schemas.openxmlformats.org/drawingml/2006/main"/>
        </p:blipFill>
        <p:spPr>
          <a:xfrm xmlns:a="http://schemas.openxmlformats.org/drawingml/2006/main" rot="0">
            <a:off x="1312069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f51799aad4a0d"/>
          <a:stretch xmlns:a="http://schemas.openxmlformats.org/drawingml/2006/main"/>
        </p:blipFill>
        <p:spPr>
          <a:xfrm xmlns:a="http://schemas.openxmlformats.org/drawingml/2006/main" rot="0">
            <a:off x="4193382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b58556b374594"/>
          <a:stretch xmlns:a="http://schemas.openxmlformats.org/drawingml/2006/main"/>
        </p:blipFill>
        <p:spPr>
          <a:xfrm xmlns:a="http://schemas.openxmlformats.org/drawingml/2006/main" rot="0">
            <a:off x="7074694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9d7f2023e4c08"/>
          <a:stretch xmlns:a="http://schemas.openxmlformats.org/drawingml/2006/main"/>
        </p:blipFill>
        <p:spPr>
          <a:xfrm xmlns:a="http://schemas.openxmlformats.org/drawingml/2006/main" rot="0">
            <a:off x="9956007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ca6c492034dea"/>
          <a:stretch xmlns:a="http://schemas.openxmlformats.org/drawingml/2006/main"/>
        </p:blipFill>
        <p:spPr>
          <a:xfrm xmlns:a="http://schemas.openxmlformats.org/drawingml/2006/main" rot="0">
            <a:off x="7119004" y="3330435"/>
            <a:ext cx="835304" cy="835304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39f9eabcc4b2b"/>
          <a:stretch xmlns:a="http://schemas.openxmlformats.org/drawingml/2006/main"/>
        </p:blipFill>
        <p:spPr>
          <a:xfrm xmlns:a="http://schemas.openxmlformats.org/drawingml/2006/main" rot="0">
            <a:off x="1396959" y="3371016"/>
            <a:ext cx="754144" cy="754144"/>
          </a:xfrm>
          <a:prstGeom xmlns:a="http://schemas.openxmlformats.org/drawingml/2006/main" prst="rect">
            <a:avLst/>
          </a:prstGeom>
        </p:spPr>
      </p:pic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6800270844699"/>
          <a:stretch xmlns:a="http://schemas.openxmlformats.org/drawingml/2006/main"/>
        </p:blipFill>
        <p:spPr>
          <a:xfrm xmlns:a="http://schemas.openxmlformats.org/drawingml/2006/main" rot="0">
            <a:off x="4283062" y="3375806"/>
            <a:ext cx="744563" cy="744563"/>
          </a:xfrm>
          <a:prstGeom xmlns:a="http://schemas.openxmlformats.org/drawingml/2006/main" prst="rect">
            <a:avLst/>
          </a:prstGeom>
        </p:spPr>
      </p:pic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1efa57de84ea9"/>
          <a:stretch xmlns:a="http://schemas.openxmlformats.org/drawingml/2006/main"/>
        </p:blipFill>
        <p:spPr>
          <a:xfrm xmlns:a="http://schemas.openxmlformats.org/drawingml/2006/main" rot="0">
            <a:off x="10037642" y="3367761"/>
            <a:ext cx="760653" cy="7606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087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7D602-C193-4622-986B-BB7C30D0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A37B7-7CD3-422E-AA68-40BFA3D2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FULL-8 PARRY — CRISIS DEFENSE, NOT A LUNGE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31ACA-EB8E-417A-BF09-B1015C41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128×128 · 5f each direction · 360° gameplay judgment unchanged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17AA0-DBE8-4FFB-B85D-C99A556B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34DE1-FDB1-4713-B550-2BFCB68B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 · FULL-8 PARRY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F5C4F-2DBD-4044-9D1E-C28A7E99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EF80B-745C-46A2-BBF8-541995E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C63D8-7633-4061-A8BC-A6C65BD6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 · N · PARRY ACTIVE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a32dc0adf4d71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7143D-4FAA-4B7B-8253-24F7FBB0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3CB4E-5EEB-44FA-823F-04F42600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 · NE · PARRY ACTIVE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5323483ff4116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708B4-A68C-44AC-A3EA-F354F196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FD0EE-36F5-4A4D-99BB-C7066408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 · E · PARRY ACTIVE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c059bf5084d01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F55C7-4E8C-459C-95C7-B6FC0D53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BEDF1-3A85-4C37-9D2B-FB2059D0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04 · SE · PARRY ACTIVE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b31d8c60941bb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A5ADA-BBAE-4A6E-AF49-67D27E86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E9CF3-0E01-4E6B-85CB-74F56C3E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05 · S · PARRY ACTIVE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6f05963ec4a53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E199A-4759-4D4D-A0C6-AC510611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3FECE-2853-48EA-8D26-2774505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06 · SW · PARRY ACTIVE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1b53cc348431c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1B639-F9B1-403A-93C3-B2AE06E8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84038-D316-4B41-B141-0F68C78E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07 · W · PARRY ACTIVE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848bbef944a79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38829E-37A4-4932-A4BE-B9479AD4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A9534-08BE-4504-958F-B3D0043D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08 · NW · PARRY ACTIVE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6ee9c82aa492a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6F51B8-0C40-4EE5-A25E-4D27FF91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player/full8/parry · 40 native frames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A16B77-DEAA-42F3-817F-F8ECF628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 · center stays fixed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44B17F-6A5D-4311-A5FB-258D8348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NE · no attack travel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A05406-4186-42C6-9D11-6A5DBD50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· active contact reads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0C59FC-04D6-4204-9A3B-135DA0A8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SE · return frame present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10A3C4-4B9C-4AA2-AEAC-8B4C4C98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parry_center · per-frame coords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DDF403-3CA8-4DB7-9D7B-35EB5DA3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SW · guard silhouette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1E8CE2-F1DD-4976-85D6-9699AB7F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W · Hurtbox center stable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D96C88-044B-4FF6-9702-AF0ECB6F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NW · small impact recoil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F52573-3FE1-4E12-9E5E-94A5577A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· success/failure body cue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B8D8C7-16DB-48E9-95D2-279A0CC6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event IDs · BINDING_REQUIRED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ac64cf94d4108"/>
          <a:stretch xmlns:a="http://schemas.openxmlformats.org/drawingml/2006/main"/>
        </p:blipFill>
        <p:spPr>
          <a:xfrm xmlns:a="http://schemas.openxmlformats.org/drawingml/2006/main" rot="0">
            <a:off x="1312069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4fce97bca46c2"/>
          <a:stretch xmlns:a="http://schemas.openxmlformats.org/drawingml/2006/main"/>
        </p:blipFill>
        <p:spPr>
          <a:xfrm xmlns:a="http://schemas.openxmlformats.org/drawingml/2006/main" rot="0">
            <a:off x="4193382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01c140d33421f"/>
          <a:stretch xmlns:a="http://schemas.openxmlformats.org/drawingml/2006/main"/>
        </p:blipFill>
        <p:spPr>
          <a:xfrm xmlns:a="http://schemas.openxmlformats.org/drawingml/2006/main" rot="0">
            <a:off x="7074694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4561f1ae147cc"/>
          <a:stretch xmlns:a="http://schemas.openxmlformats.org/drawingml/2006/main"/>
        </p:blipFill>
        <p:spPr>
          <a:xfrm xmlns:a="http://schemas.openxmlformats.org/drawingml/2006/main" rot="0">
            <a:off x="9956007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6c6dca9eb4fee"/>
          <a:stretch xmlns:a="http://schemas.openxmlformats.org/drawingml/2006/main"/>
        </p:blipFill>
        <p:spPr>
          <a:xfrm xmlns:a="http://schemas.openxmlformats.org/drawingml/2006/main" rot="0">
            <a:off x="7119004" y="3330435"/>
            <a:ext cx="835304" cy="835304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32006949246b9"/>
          <a:stretch xmlns:a="http://schemas.openxmlformats.org/drawingml/2006/main"/>
        </p:blipFill>
        <p:spPr>
          <a:xfrm xmlns:a="http://schemas.openxmlformats.org/drawingml/2006/main" rot="0">
            <a:off x="1396959" y="3371016"/>
            <a:ext cx="754144" cy="754144"/>
          </a:xfrm>
          <a:prstGeom xmlns:a="http://schemas.openxmlformats.org/drawingml/2006/main" prst="rect">
            <a:avLst/>
          </a:prstGeom>
        </p:spPr>
      </p:pic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8539fcd6b463d"/>
          <a:stretch xmlns:a="http://schemas.openxmlformats.org/drawingml/2006/main"/>
        </p:blipFill>
        <p:spPr>
          <a:xfrm xmlns:a="http://schemas.openxmlformats.org/drawingml/2006/main" rot="0">
            <a:off x="4283062" y="3375806"/>
            <a:ext cx="744563" cy="744563"/>
          </a:xfrm>
          <a:prstGeom xmlns:a="http://schemas.openxmlformats.org/drawingml/2006/main" prst="rect">
            <a:avLst/>
          </a:prstGeom>
        </p:spPr>
      </p:pic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3dd4f0b1d45f6"/>
          <a:stretch xmlns:a="http://schemas.openxmlformats.org/drawingml/2006/main"/>
        </p:blipFill>
        <p:spPr>
          <a:xfrm xmlns:a="http://schemas.openxmlformats.org/drawingml/2006/main" rot="0">
            <a:off x="10037642" y="3367761"/>
            <a:ext cx="760653" cy="7606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087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7D602-C193-4622-986B-BB7C30D0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A37B7-7CD3-422E-AA68-40BFA3D2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FULL-8 WORD SKILL — DESIGNATE, RESONATE, ENDURE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31ACA-EB8E-417A-BF09-B1015C41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128×128 · 5f each direction · body designation precedes target VFX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17AA0-DBE8-4FFB-B85D-C99A556B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34DE1-FDB1-4713-B550-2BFCB68B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 · FULL-8 WORD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F5C4F-2DBD-4044-9D1E-C28A7E99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EF80B-745C-46A2-BBF8-541995E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C63D8-7633-4061-A8BC-A6C65BD6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 · N · WORD TARGET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a2420c2f241f6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7143D-4FAA-4B7B-8253-24F7FBB0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3CB4E-5EEB-44FA-823F-04F42600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 · NE · WORD TARGET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46914325a407c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708B4-A68C-44AC-A3EA-F354F196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FD0EE-36F5-4A4D-99BB-C7066408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 · E · WORD TARGET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499eebfc84f9d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F55C7-4E8C-459C-95C7-B6FC0D53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BEDF1-3A85-4C37-9D2B-FB2059D0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04 · SE · WORD TARGET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1eed8dce34d2e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A5ADA-BBAE-4A6E-AF49-67D27E86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E9CF3-0E01-4E6B-85CB-74F56C3E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05 · S · WORD TARGET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52c7e50cc4550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E199A-4759-4D4D-A0C6-AC510611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3FECE-2853-48EA-8D26-2774505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06 · SW · WORD TARGET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1ed18539f48e9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1B639-F9B1-403A-93C3-B2AE06E8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84038-D316-4B41-B141-0F68C78E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07 · W · WORD TARGET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822d91eea4326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38829E-37A4-4932-A4BE-B9479AD4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A9534-08BE-4504-958F-B3D0043D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08 · NW · WORD TARGET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0d6af93c44724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6F51B8-0C40-4EE5-A25E-4D27FF91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player/full8/word_skill · 40 native frames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A16B77-DEAA-42F3-817F-F8ECF628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 · target direction reads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44B17F-6A5D-4311-A5FB-258D8348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NE · no mage casting pose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A05406-4186-42C6-9D11-6A5DBD50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 · target before effect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0C59FC-04D6-4204-9A3B-135DA0A8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SE · hand / dagger point reads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10A3C4-4B9C-4AA2-AEAC-8B4C4C98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word_target + collarbone anchors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DDF403-3CA8-4DB7-9D7B-35EB5DA3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SW · dagger used as field tool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1E8CE2-F1DD-4976-85D6-9699AB7F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W · collarbone tension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D96C88-044B-4FF6-9702-AF0ECB6F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NW · cape / bag retained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F52573-3FE1-4E12-9E5E-94A5577A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 · chest resonance visible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B8D8C7-16DB-48E9-95D2-279A0CC6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word conditions / timing change · 0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866c03e9241e2"/>
          <a:stretch xmlns:a="http://schemas.openxmlformats.org/drawingml/2006/main"/>
        </p:blipFill>
        <p:spPr>
          <a:xfrm xmlns:a="http://schemas.openxmlformats.org/drawingml/2006/main" rot="0">
            <a:off x="1312069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96d6013d94c31"/>
          <a:stretch xmlns:a="http://schemas.openxmlformats.org/drawingml/2006/main"/>
        </p:blipFill>
        <p:spPr>
          <a:xfrm xmlns:a="http://schemas.openxmlformats.org/drawingml/2006/main" rot="0">
            <a:off x="4193382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903161ec540b7"/>
          <a:stretch xmlns:a="http://schemas.openxmlformats.org/drawingml/2006/main"/>
        </p:blipFill>
        <p:spPr>
          <a:xfrm xmlns:a="http://schemas.openxmlformats.org/drawingml/2006/main" rot="0">
            <a:off x="7074694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e2e4a5483468c"/>
          <a:stretch xmlns:a="http://schemas.openxmlformats.org/drawingml/2006/main"/>
        </p:blipFill>
        <p:spPr>
          <a:xfrm xmlns:a="http://schemas.openxmlformats.org/drawingml/2006/main" rot="0">
            <a:off x="9956007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2c3cc0661425b"/>
          <a:stretch xmlns:a="http://schemas.openxmlformats.org/drawingml/2006/main"/>
        </p:blipFill>
        <p:spPr>
          <a:xfrm xmlns:a="http://schemas.openxmlformats.org/drawingml/2006/main" rot="0">
            <a:off x="7119004" y="3330435"/>
            <a:ext cx="835304" cy="835304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84e732beb41b5"/>
          <a:stretch xmlns:a="http://schemas.openxmlformats.org/drawingml/2006/main"/>
        </p:blipFill>
        <p:spPr>
          <a:xfrm xmlns:a="http://schemas.openxmlformats.org/drawingml/2006/main" rot="0">
            <a:off x="1396959" y="3371016"/>
            <a:ext cx="754144" cy="754144"/>
          </a:xfrm>
          <a:prstGeom xmlns:a="http://schemas.openxmlformats.org/drawingml/2006/main" prst="rect">
            <a:avLst/>
          </a:prstGeom>
        </p:spPr>
      </p:pic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722d052ea48e8"/>
          <a:stretch xmlns:a="http://schemas.openxmlformats.org/drawingml/2006/main"/>
        </p:blipFill>
        <p:spPr>
          <a:xfrm xmlns:a="http://schemas.openxmlformats.org/drawingml/2006/main" rot="0">
            <a:off x="4283062" y="3375806"/>
            <a:ext cx="744563" cy="744563"/>
          </a:xfrm>
          <a:prstGeom xmlns:a="http://schemas.openxmlformats.org/drawingml/2006/main" prst="rect">
            <a:avLst/>
          </a:prstGeom>
        </p:spPr>
      </p:pic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b7a06995547a6"/>
          <a:stretch xmlns:a="http://schemas.openxmlformats.org/drawingml/2006/main"/>
        </p:blipFill>
        <p:spPr>
          <a:xfrm xmlns:a="http://schemas.openxmlformats.org/drawingml/2006/main" rot="0">
            <a:off x="10037642" y="3367761"/>
            <a:ext cx="760653" cy="7606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087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13A97-F6DF-478B-8AA9-192AE441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5BA58-A1EF-48BB-9654-3D77BD7F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PLAYER COMBAT VFX — BODY READS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92D53-5197-43A2-8F90-70A2719C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Short dagger cut + compact parry resonance; damage/range/hit timing unchanged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129F4-A8A9-45F6-9759-256199F3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C95D9-1A86-44BF-B669-47D3326E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UNMAEK_ACT1_SHOWCASE_MOTION_VFX_HANDOFF_v1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AE447-6B70-40E8-81EA-0D5B731E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71C7C-FDFF-4C7C-893C-17FE06FF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FAF3A-0137-4C43-A2DE-800ED4A4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 · 8-DIR CUT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8a06eee6548a0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1401F-7692-4DF9-91C4-0730EB80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6AE64-B73E-48A6-A9EB-64C0B41E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 · ATTEMPT / ACTIVE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13749ae814028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758E3-B19F-4C97-9873-B7B294F0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34787-808B-448D-B15B-8BC7F11E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 · SUCCESS / FAILURE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5c5e7e40543cd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5F997-0AC6-42F2-86ED-3FCE9516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EECA0-76A5-4740-B6BB-5EDAD606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04 · 960×540 PROOF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6a483230e40a7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C4E15-CCB3-49BF-9E74-19CDF175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Effects attach to actual visual anchors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BF154B-C565-4239-AB29-FE0CE943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Attack begins at dagger_tip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CF596-8B5A-432E-BB7E-50B2F382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Parry ring stays below character height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CC02D-E942-402C-A5C2-FE27577D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Failure fades weakly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81C296-E40E-483C-98E5-FA1831FA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Arc never encloses the body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5764A-C602-4759-B17E-877A0842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Success uses contact flash + reverse ripple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890FA-67EF-4466-BB35-14A0DB2D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All engine event IDs: BINDING_REQUIRED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4a5c1cfbb4e5d"/>
          <a:stretch xmlns:a="http://schemas.openxmlformats.org/drawingml/2006/main"/>
        </p:blipFill>
        <p:spPr>
          <a:xfrm xmlns:a="http://schemas.openxmlformats.org/drawingml/2006/main" rot="0">
            <a:off x="1053301" y="2614013"/>
            <a:ext cx="1441461" cy="810822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b84f6cbd542c6"/>
          <a:stretch xmlns:a="http://schemas.openxmlformats.org/drawingml/2006/main"/>
        </p:blipFill>
        <p:spPr>
          <a:xfrm xmlns:a="http://schemas.openxmlformats.org/drawingml/2006/main" rot="0">
            <a:off x="3357563" y="2694979"/>
            <a:ext cx="2595563" cy="648891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e66eda5a84448"/>
          <a:stretch xmlns:a="http://schemas.openxmlformats.org/drawingml/2006/main"/>
        </p:blipFill>
        <p:spPr>
          <a:xfrm xmlns:a="http://schemas.openxmlformats.org/drawingml/2006/main" rot="0">
            <a:off x="6357159" y="2724551"/>
            <a:ext cx="2358995" cy="589749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1339104894df7"/>
          <a:stretch xmlns:a="http://schemas.openxmlformats.org/drawingml/2006/main"/>
        </p:blipFill>
        <p:spPr>
          <a:xfrm xmlns:a="http://schemas.openxmlformats.org/drawingml/2006/main" rot="0">
            <a:off x="9391902" y="2442262"/>
            <a:ext cx="2052134" cy="1154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414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7D602-C193-4622-986B-BB7C30D0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A37B7-7CD3-422E-AA68-40BFA3D2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SIX WORD VFX — SIX MOTION LANGUAGES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31ACA-EB8E-417A-BF09-B1015C41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Compression / reverse echo / link / pressure / fixed relation / released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17AA0-DBE8-4FFB-B85D-C99A556B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34DE1-FDB1-4713-B550-2BFCB68B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VFX · SIX WORDS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F5C4F-2DBD-4044-9D1E-C28A7E99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EF80B-745C-46A2-BBF8-541995E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C63D8-7633-4061-A8BC-A6C65BD6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 · N · WORD VFX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562736ae84d48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7143D-4FAA-4B7B-8253-24F7FBB0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3CB4E-5EEB-44FA-823F-04F42600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 · NE · WORD VFX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056580273428d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708B4-A68C-44AC-A3EA-F354F196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FD0EE-36F5-4A4D-99BB-C7066408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 · E · WORD VFX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93da720304f75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F55C7-4E8C-459C-95C7-B6FC0D53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BEDF1-3A85-4C37-9D2B-FB2059D0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04 · SE · WORD VFX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dbc2d5f514e8f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A5ADA-BBAE-4A6E-AF49-67D27E86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E9CF3-0E01-4E6B-85CB-74F56C3E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05 · S · WORD VFX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6773b2cfb4510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E199A-4759-4D4D-A0C6-AC510611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3FECE-2853-48EA-8D26-2774505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06 · SW · WORD VFX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565323cb1447b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1B639-F9B1-403A-93C3-B2AE06E8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84038-D316-4B41-B141-0F68C78E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07 · W · WORD VFX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e69d7d1524484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38829E-37A4-4932-A4BE-B9479AD4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A9534-08BE-4504-958F-B3D0043D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08 · NW · WORD VFX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805b5e0c14ba9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6F51B8-0C40-4EE5-A25E-4D27FF91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Six effects · no color-swap duplicates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A16B77-DEAA-42F3-817F-F8ECF628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STOP · inward fixed lines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44B17F-6A5D-4311-A5FB-258D8348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CONNECT · two real targets only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A05406-4186-42C6-9D11-6A5DBD50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HOLD · four fixed relation points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0C59FC-04D6-4204-9A3B-135DA0A8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Common trigger · collarbone pulse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10A3C4-4B9C-4AA2-AEAC-8B4C4C98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Target action begins after body cue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DDF403-3CA8-4DB7-9D7B-35EB5DA3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REWIND · reverse state echoes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1E8CE2-F1DD-4976-85D6-9699AB7F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PUSH · short directional fan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D96C88-044B-4FF6-9702-AF0ECB6F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FLOW · narrow one-way ribbon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F52573-3FE1-4E12-9E5E-94A5577A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No magic circle / star / mana orb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B8D8C7-16DB-48E9-95D2-279A0CC6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event IDs · BINDING_REQUIRED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bdd248b6a470e"/>
          <a:stretch xmlns:a="http://schemas.openxmlformats.org/drawingml/2006/main"/>
        </p:blipFill>
        <p:spPr>
          <a:xfrm xmlns:a="http://schemas.openxmlformats.org/drawingml/2006/main" rot="0">
            <a:off x="1312069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6dd296d1b49e6"/>
          <a:stretch xmlns:a="http://schemas.openxmlformats.org/drawingml/2006/main"/>
        </p:blipFill>
        <p:spPr>
          <a:xfrm xmlns:a="http://schemas.openxmlformats.org/drawingml/2006/main" rot="0">
            <a:off x="4193382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36e98a65746b0"/>
          <a:stretch xmlns:a="http://schemas.openxmlformats.org/drawingml/2006/main"/>
        </p:blipFill>
        <p:spPr>
          <a:xfrm xmlns:a="http://schemas.openxmlformats.org/drawingml/2006/main" rot="0">
            <a:off x="7074694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efd26546f47b7"/>
          <a:stretch xmlns:a="http://schemas.openxmlformats.org/drawingml/2006/main"/>
        </p:blipFill>
        <p:spPr>
          <a:xfrm xmlns:a="http://schemas.openxmlformats.org/drawingml/2006/main" rot="0">
            <a:off x="9956007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40ced58224285"/>
          <a:stretch xmlns:a="http://schemas.openxmlformats.org/drawingml/2006/main"/>
        </p:blipFill>
        <p:spPr>
          <a:xfrm xmlns:a="http://schemas.openxmlformats.org/drawingml/2006/main" rot="0">
            <a:off x="7119004" y="3330435"/>
            <a:ext cx="835304" cy="835304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80147a6744851"/>
          <a:stretch xmlns:a="http://schemas.openxmlformats.org/drawingml/2006/main"/>
        </p:blipFill>
        <p:spPr>
          <a:xfrm xmlns:a="http://schemas.openxmlformats.org/drawingml/2006/main" rot="0">
            <a:off x="1396959" y="3371016"/>
            <a:ext cx="754144" cy="754144"/>
          </a:xfrm>
          <a:prstGeom xmlns:a="http://schemas.openxmlformats.org/drawingml/2006/main" prst="rect">
            <a:avLst/>
          </a:prstGeom>
        </p:spPr>
      </p:pic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fca2e1fbc4d74"/>
          <a:stretch xmlns:a="http://schemas.openxmlformats.org/drawingml/2006/main"/>
        </p:blipFill>
        <p:spPr>
          <a:xfrm xmlns:a="http://schemas.openxmlformats.org/drawingml/2006/main" rot="0">
            <a:off x="4283062" y="3375806"/>
            <a:ext cx="744563" cy="744563"/>
          </a:xfrm>
          <a:prstGeom xmlns:a="http://schemas.openxmlformats.org/drawingml/2006/main" prst="rect">
            <a:avLst/>
          </a:prstGeom>
        </p:spPr>
      </p:pic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292ff06dd4e4d"/>
          <a:stretch xmlns:a="http://schemas.openxmlformats.org/drawingml/2006/main"/>
        </p:blipFill>
        <p:spPr>
          <a:xfrm xmlns:a="http://schemas.openxmlformats.org/drawingml/2006/main" rot="0">
            <a:off x="10037642" y="3534154"/>
            <a:ext cx="760653" cy="4278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087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7D602-C193-4622-986B-BB7C30D0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A37B7-7CD3-422E-AA68-40BFA3D2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ACT 1 CREATURES — NATIVE READABILITY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31ACA-EB8E-417A-BF09-B1015C41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38 / 56 / 60 / 69–80 / 178px visible · display scale 1.0×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17AA0-DBE8-4FFB-B85D-C99A556B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34DE1-FDB1-4713-B550-2BFCB68B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CREATURE · READABILITY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F5C4F-2DBD-4044-9D1E-C28A7E99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EF80B-745C-46A2-BBF8-541995E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C63D8-7633-4061-A8BC-A6C65BD6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 · N · NATIVE CANDIDATE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0e388065444e7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7143D-4FAA-4B7B-8253-24F7FBB0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3CB4E-5EEB-44FA-823F-04F42600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 · NE · NATIVE CANDIDATE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3d9af389c4895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708B4-A68C-44AC-A3EA-F354F196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FD0EE-36F5-4A4D-99BB-C7066408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 · E · NATIVE CANDIDATE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50124fa194c2e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F55C7-4E8C-459C-95C7-B6FC0D53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BEDF1-3A85-4C37-9D2B-FB2059D0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04 · SE · NATIVE CANDIDATE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39378294f48e0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A5ADA-BBAE-4A6E-AF49-67D27E86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E9CF3-0E01-4E6B-85CB-74F56C3E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05 · S · NATIVE CANDIDATE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35d19de9642a2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E199A-4759-4D4D-A0C6-AC510611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3FECE-2853-48EA-8D26-2774505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06 · SW · NATIVE CANDIDATE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a8eea2432409e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1B639-F9B1-403A-93C3-B2AE06E8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84038-D316-4B41-B141-0F68C78E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07 · W · NATIVE CANDIDATE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26eea3bb447f4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38829E-37A4-4932-A4BE-B9479AD4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962275"/>
            <a:ext cx="2747963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A9534-08BE-4504-958F-B3D0043D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019425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08 · NW · NATIVE CANDIDATE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931a682524f6b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6F51B8-0C40-4EE5-A25E-4D27FF91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73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29 corrected native candidate frames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A16B77-DEAA-42F3-817F-F8ECF628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Swift · 38px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44B17F-6A5D-4311-A5FB-258D8348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Lizard · 60px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A05406-4186-42C6-9D11-6A5DBD50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Goral · 178px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0C59FC-04D6-4204-9A3B-135DA0A8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Selective 1px outline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10A3C4-4B9C-4AA2-AEAC-8B4C4C98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Original motion states preserved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DDF403-3CA8-4DB7-9D7B-35EB5DA3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Bat · 56px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1E8CE2-F1DD-4976-85D6-9699AB7F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Spider · 69–80px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D96C88-044B-4FF6-9702-AF0ECB6F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Body reads before telegraph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F52573-3FE1-4E12-9E5E-94A5577A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483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No blur / non-integer scale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B8D8C7-16DB-48E9-95D2-279A0CC6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9721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57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AI / attack / Hurtbox change · 0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afb2dfa9f42d9"/>
          <a:stretch xmlns:a="http://schemas.openxmlformats.org/drawingml/2006/main"/>
        </p:blipFill>
        <p:spPr>
          <a:xfrm xmlns:a="http://schemas.openxmlformats.org/drawingml/2006/main" rot="0">
            <a:off x="1312069" y="1828800"/>
            <a:ext cx="923925" cy="923925"/>
          </a:xfrm>
          <a:prstGeom xmlns:a="http://schemas.openxmlformats.org/drawingml/2006/main" prst="rect">
            <a:avLst/>
          </a:prstGeom>
        </p:spPr>
      </p:pic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030b8f78246c1"/>
          <a:stretch xmlns:a="http://schemas.openxmlformats.org/drawingml/2006/main"/>
        </p:blipFill>
        <p:spPr>
          <a:xfrm xmlns:a="http://schemas.openxmlformats.org/drawingml/2006/main" rot="0">
            <a:off x="4193382" y="1874996"/>
            <a:ext cx="923925" cy="831533"/>
          </a:xfrm>
          <a:prstGeom xmlns:a="http://schemas.openxmlformats.org/drawingml/2006/main" prst="rect">
            <a:avLst/>
          </a:prstGeom>
        </p:spPr>
      </p:pic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16596681a468a"/>
          <a:stretch xmlns:a="http://schemas.openxmlformats.org/drawingml/2006/main"/>
        </p:blipFill>
        <p:spPr>
          <a:xfrm xmlns:a="http://schemas.openxmlformats.org/drawingml/2006/main" rot="0">
            <a:off x="7074694" y="1954790"/>
            <a:ext cx="923925" cy="671945"/>
          </a:xfrm>
          <a:prstGeom xmlns:a="http://schemas.openxmlformats.org/drawingml/2006/main" prst="rect">
            <a:avLst/>
          </a:prstGeom>
        </p:spPr>
      </p:pic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ab66da5ad465f"/>
          <a:stretch xmlns:a="http://schemas.openxmlformats.org/drawingml/2006/main"/>
        </p:blipFill>
        <p:spPr>
          <a:xfrm xmlns:a="http://schemas.openxmlformats.org/drawingml/2006/main" rot="0">
            <a:off x="9956007" y="1899871"/>
            <a:ext cx="923925" cy="781783"/>
          </a:xfrm>
          <a:prstGeom xmlns:a="http://schemas.openxmlformats.org/drawingml/2006/main" prst="rect">
            <a:avLst/>
          </a:prstGeom>
        </p:spPr>
      </p:pic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dea11cc354ed1"/>
          <a:stretch xmlns:a="http://schemas.openxmlformats.org/drawingml/2006/main"/>
        </p:blipFill>
        <p:spPr>
          <a:xfrm xmlns:a="http://schemas.openxmlformats.org/drawingml/2006/main" rot="0">
            <a:off x="7119004" y="3400044"/>
            <a:ext cx="835304" cy="696087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d3f46b10e439b"/>
          <a:stretch xmlns:a="http://schemas.openxmlformats.org/drawingml/2006/main"/>
        </p:blipFill>
        <p:spPr>
          <a:xfrm xmlns:a="http://schemas.openxmlformats.org/drawingml/2006/main" rot="0">
            <a:off x="1396959" y="3429027"/>
            <a:ext cx="754144" cy="638122"/>
          </a:xfrm>
          <a:prstGeom xmlns:a="http://schemas.openxmlformats.org/drawingml/2006/main" prst="rect">
            <a:avLst/>
          </a:prstGeom>
        </p:spPr>
      </p:pic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365f1ce524354"/>
          <a:stretch xmlns:a="http://schemas.openxmlformats.org/drawingml/2006/main"/>
        </p:blipFill>
        <p:spPr>
          <a:xfrm xmlns:a="http://schemas.openxmlformats.org/drawingml/2006/main" rot="0">
            <a:off x="4283062" y="3437853"/>
            <a:ext cx="744563" cy="620469"/>
          </a:xfrm>
          <a:prstGeom xmlns:a="http://schemas.openxmlformats.org/drawingml/2006/main" prst="rect">
            <a:avLst/>
          </a:prstGeom>
        </p:spPr>
      </p:pic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51ac1029c431b"/>
          <a:stretch xmlns:a="http://schemas.openxmlformats.org/drawingml/2006/main"/>
        </p:blipFill>
        <p:spPr>
          <a:xfrm xmlns:a="http://schemas.openxmlformats.org/drawingml/2006/main" rot="0">
            <a:off x="10037642" y="3534154"/>
            <a:ext cx="760653" cy="4278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087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13A97-F6DF-478B-8AA9-192AE441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5BA58-A1EF-48BB-9654-3D77BD7F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ACT 1 CREATURE ATTACK VFX — FOUR IDENTITIES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92D53-5197-43A2-8F90-70A2719C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Body prep precedes effect; generic magenta projectile removed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129F4-A8A9-45F6-9759-256199F3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C95D9-1A86-44BF-B669-47D3326E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UNMAEK_ACT1_SHOWCASE_MOTION_VFX_HANDOFF_v1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AE447-6B70-40E8-81EA-0D5B731E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71C7C-FDFF-4C7C-893C-17FE06FF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FAF3A-0137-4C43-A2DE-800ED4A4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01 · DEFLECT BAT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b1f5e6d4b44b5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1401F-7692-4DF9-91C4-0730EB80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6AE64-B73E-48A6-A9EB-64C0B41E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02 · REWIND LIZARD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79c05541c45bb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758E3-B19F-4C97-9873-B7B294F0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34787-808B-448D-B15B-8BC7F11E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03 · MINERAL SPIDER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c8decc85a49ed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5F997-0AC6-42F2-86ED-3FCE9516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504950"/>
            <a:ext cx="2747963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EECA0-76A5-4740-B6BB-5EDAD606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1562100"/>
            <a:ext cx="25955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3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04 · RESONANCE GORAL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679d011d242e3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C4E15-CCB3-49BF-9E74-19CDF175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39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Existing attack behaviors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BF154B-C565-4239-AB29-FE0CE943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Bat: mouth → crescent 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CF596-8B5A-432E-BB7E-50B2F382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Spider: spinneret → mineral web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CC02D-E942-402C-A5C2-FE27577D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Phase-3 overlay byte-preserved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81C296-E40E-483C-98E5-FA1831FA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676775"/>
            <a:ext cx="553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Lizard: lowered body → snout contact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5764A-C602-4759-B17E-877A0842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0062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Goral: hoof gravel / charge dust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890FA-67EF-4466-BB35-14A0DB2D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24475"/>
            <a:ext cx="553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AI / damage / range / timing change 0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da2dd2a4b4fc8"/>
          <a:stretch xmlns:a="http://schemas.openxmlformats.org/drawingml/2006/main"/>
        </p:blipFill>
        <p:spPr>
          <a:xfrm xmlns:a="http://schemas.openxmlformats.org/drawingml/2006/main" rot="0">
            <a:off x="1053301" y="2614013"/>
            <a:ext cx="1441461" cy="810822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b009d95474492"/>
          <a:stretch xmlns:a="http://schemas.openxmlformats.org/drawingml/2006/main"/>
        </p:blipFill>
        <p:spPr>
          <a:xfrm xmlns:a="http://schemas.openxmlformats.org/drawingml/2006/main" rot="0">
            <a:off x="3934614" y="2614013"/>
            <a:ext cx="1441461" cy="810822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04d2c266744e8"/>
          <a:stretch xmlns:a="http://schemas.openxmlformats.org/drawingml/2006/main"/>
        </p:blipFill>
        <p:spPr>
          <a:xfrm xmlns:a="http://schemas.openxmlformats.org/drawingml/2006/main" rot="0">
            <a:off x="6357159" y="2355958"/>
            <a:ext cx="2358995" cy="1326935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0d2e00c09455d"/>
          <a:stretch xmlns:a="http://schemas.openxmlformats.org/drawingml/2006/main"/>
        </p:blipFill>
        <p:spPr>
          <a:xfrm xmlns:a="http://schemas.openxmlformats.org/drawingml/2006/main" rot="0">
            <a:off x="9391902" y="2442262"/>
            <a:ext cx="2052134" cy="1154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414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325E5C-68CB-4F1E-858D-DC98AEEC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UNMAEK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DE74F-528C-443D-B3D8-5BC3C782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ACT 1 SHOWCASE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38-SECOND CLEAN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21B28-C4AA-4D31-989B-C8793DE0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960×540 · DEBUG OFF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NATIVE 1.0×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9C47E-3796-4120-8ACB-4E459697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Approved ACT 1 map · nearest sampling · UI-safe composition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8CB64-792D-4BC6-97A6-CD8BD52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"/>
            <a:ext cx="558165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4a559ea4e44b6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9573C-2504-4468-9247-887D11EA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19750"/>
            <a:ext cx="531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player + words + creature identity · no gameplay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B64B6-7DB5-41BE-B8C8-AA57ADF6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C91D2-0A75-4663-B02F-2AD9B348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UNMAEK_ACT1_SHOWCASE_MOTION_VFX_HANDOFF_v1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1A69A-E740-4322-A8AF-4A9BBFA8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a4b4f4e5d48be"/>
          <a:stretch xmlns:a="http://schemas.openxmlformats.org/drawingml/2006/main"/>
        </p:blipFill>
        <p:spPr>
          <a:xfrm xmlns:a="http://schemas.openxmlformats.org/drawingml/2006/main" rot="0">
            <a:off x="6757035" y="1776174"/>
            <a:ext cx="4488180" cy="25246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5386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325E5C-68CB-4F1E-858D-DC98AEEC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UNMAEK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DE74F-528C-443D-B3D8-5BC3C782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FINAL VERDICT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11418"/>
                </a:solidFill>
                <a:latin typeface="Noto Sans KR"/>
                <a:ea typeface="Noto Sans KR"/>
                <a:cs typeface="Noto Sans KR"/>
              </a:rPr>
              <a:t>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21B28-C4AA-4D31-989B-C8793DE0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CODEX STAGING READY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BIND EVENTS ONLY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9C47E-3796-4120-8ACB-4E459697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Gameplay additions 0 · engine event IDs remain BINDING_REQUIRED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8CB64-792D-4BC6-97A6-CD8BD52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"/>
            <a:ext cx="558165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fa9355b394072"/>
          <a:stretch xmlns:a="http://schemas.openxmlformats.org/drawingml/2006/main"/>
        </p:blipFill>
        <p:spPr>
          <a:xfrm xmlns:a="http://schemas.openxmlformats.org/drawingml/2006/main">
            <a:off x="-47625000" y="-4762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9573C-2504-4468-9247-887D11EA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19750"/>
            <a:ext cx="531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256 player frames · 33 VFX effects · 29 native creature corrections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B64B6-7DB5-41BE-B8C8-AA57ADF6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C91D2-0A75-4663-B02F-2AD9B348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UNMAEK_ACT1_SHOWCASE_MOTION_VFX_HANDOFF_v1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1A69A-E740-4322-A8AF-4A9BBFA8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1">
                <a:solidFill>
                  <a:srgbClr val="5E6670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e95bbce35463f"/>
          <a:stretch xmlns:a="http://schemas.openxmlformats.org/drawingml/2006/main"/>
        </p:blipFill>
        <p:spPr>
          <a:xfrm xmlns:a="http://schemas.openxmlformats.org/drawingml/2006/main" rot="0">
            <a:off x="6757035" y="1776174"/>
            <a:ext cx="4488180" cy="25246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538665"/>
      </p:ext>
    </p:extLst>
  </p:cSld>
</p:sld>
</file>

<file path=ppt/theme/theme1.xml><?xml version="1.0" encoding="utf-8"?>
<a:theme xmlns:a="http://schemas.openxmlformats.org/drawingml/2006/main" name="ChatGPT">
  <a:themeElements>
    <a:clrScheme name="UNMAEK Visual Review">
      <a:dk1>
        <a:srgbClr val="000000"/>
      </a:dk1>
      <a:lt1>
        <a:srgbClr val="FFFFFF"/>
      </a:lt1>
      <a:dk2>
        <a:srgbClr val="111418"/>
      </a:dk2>
      <a:lt2>
        <a:srgbClr val="EDEDED"/>
      </a:lt2>
      <a:accent1>
        <a:srgbClr val="3D8DFF"/>
      </a:accent1>
      <a:accent2>
        <a:srgbClr val="6DCBF4"/>
      </a:accent2>
      <a:accent3>
        <a:srgbClr val="2C8A64"/>
      </a:accent3>
      <a:accent4>
        <a:srgbClr val="D88149"/>
      </a:accent4>
      <a:accent5>
        <a:srgbClr val="7C6FA8"/>
      </a:accent5>
      <a:accent6>
        <a:srgbClr val="72A99D"/>
      </a:accent6>
      <a:hlink>
        <a:srgbClr val="3D8DFF"/>
      </a:hlink>
      <a:folHlink>
        <a:srgbClr val="7C6FA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MAEK Visual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2026-08-06T02:30:21.8620000Z</dcterms:created>
  <dcterms:modified xsi:type="dcterms:W3CDTF">2026-08-06T02:30:21.8620000Z</dcterms:modified>
</coreProperties>
</file>