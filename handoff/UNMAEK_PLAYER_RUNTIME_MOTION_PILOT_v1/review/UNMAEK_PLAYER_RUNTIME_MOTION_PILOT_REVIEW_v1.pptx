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64924b60f24df2" /><Relationship Type="http://schemas.openxmlformats.org/officeDocument/2006/relationships/extended-properties" Target="/docProps/app.xml" Id="R25c54d1dd0ad4179" /><Relationship Type="http://schemas.openxmlformats.org/officeDocument/2006/relationships/officeDocument" Target="/ppt/presentation.xml" Id="Rc50079cf5fa6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e1da607594585"/>
  </p:sldMasterIdLst>
  <p:notesMasterIdLst>
    <p:notesMasterId xmlns:r="http://schemas.openxmlformats.org/officeDocument/2006/relationships" r:id="R7c9820865be64e6e"/>
  </p:notesMasterIdLst>
  <p:sldIdLst>
    <p:sldId xmlns:r="http://schemas.openxmlformats.org/officeDocument/2006/relationships" id="256" r:id="R4a86c68b120c4b88"/>
    <p:sldId xmlns:r="http://schemas.openxmlformats.org/officeDocument/2006/relationships" id="257" r:id="R29860bcee5094334"/>
    <p:sldId xmlns:r="http://schemas.openxmlformats.org/officeDocument/2006/relationships" id="258" r:id="Rd66359131b384529"/>
    <p:sldId xmlns:r="http://schemas.openxmlformats.org/officeDocument/2006/relationships" id="259" r:id="Ra8fb93b0b28c42c2"/>
    <p:sldId xmlns:r="http://schemas.openxmlformats.org/officeDocument/2006/relationships" id="260" r:id="R4b932fdf12654357"/>
    <p:sldId xmlns:r="http://schemas.openxmlformats.org/officeDocument/2006/relationships" id="261" r:id="Rab213064fcbf4e79"/>
    <p:sldId xmlns:r="http://schemas.openxmlformats.org/officeDocument/2006/relationships" id="262" r:id="Rb8ef477202de4728"/>
    <p:sldId xmlns:r="http://schemas.openxmlformats.org/officeDocument/2006/relationships" id="263" r:id="Rfceb3bc4f1454fe9"/>
    <p:sldId xmlns:r="http://schemas.openxmlformats.org/officeDocument/2006/relationships" id="264" r:id="Rfe646616b2354be3"/>
    <p:sldId xmlns:r="http://schemas.openxmlformats.org/officeDocument/2006/relationships" id="265" r:id="R2549283c257542cb"/>
    <p:sldId xmlns:r="http://schemas.openxmlformats.org/officeDocument/2006/relationships" id="266" r:id="R65f0e528c92748d5"/>
    <p:sldId xmlns:r="http://schemas.openxmlformats.org/officeDocument/2006/relationships" id="267" r:id="Rafa003d4ca6043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c4bbb526464ae8" /><Relationship Type="http://schemas.openxmlformats.org/officeDocument/2006/relationships/slideMaster" Target="/ppt/slideMasters/slideMaster1.xml" Id="R489e1da607594585" /><Relationship Type="http://schemas.openxmlformats.org/officeDocument/2006/relationships/notesMaster" Target="/ppt/notesMasters/notesMaster1.xml" Id="R7c9820865be64e6e" /><Relationship Type="http://schemas.openxmlformats.org/officeDocument/2006/relationships/presProps" Target="/ppt/presProps.xml" Id="R956ff9d26fab4389" /><Relationship Type="http://schemas.openxmlformats.org/officeDocument/2006/relationships/tableStyles" Target="/ppt/tableStyles.xml" Id="R947e6f59b26746e3" /><Relationship Type="http://schemas.openxmlformats.org/officeDocument/2006/relationships/slide" Target="/ppt/slides/slide1.xml" Id="R4a86c68b120c4b88" /><Relationship Type="http://schemas.openxmlformats.org/officeDocument/2006/relationships/slide" Target="/ppt/slides/slide2.xml" Id="R29860bcee5094334" /><Relationship Type="http://schemas.openxmlformats.org/officeDocument/2006/relationships/slide" Target="/ppt/slides/slide3.xml" Id="Rd66359131b384529" /><Relationship Type="http://schemas.openxmlformats.org/officeDocument/2006/relationships/slide" Target="/ppt/slides/slide4.xml" Id="Ra8fb93b0b28c42c2" /><Relationship Type="http://schemas.openxmlformats.org/officeDocument/2006/relationships/slide" Target="/ppt/slides/slide5.xml" Id="R4b932fdf12654357" /><Relationship Type="http://schemas.openxmlformats.org/officeDocument/2006/relationships/slide" Target="/ppt/slides/slide6.xml" Id="Rab213064fcbf4e79" /><Relationship Type="http://schemas.openxmlformats.org/officeDocument/2006/relationships/slide" Target="/ppt/slides/slide7.xml" Id="Rb8ef477202de4728" /><Relationship Type="http://schemas.openxmlformats.org/officeDocument/2006/relationships/slide" Target="/ppt/slides/slide8.xml" Id="Rfceb3bc4f1454fe9" /><Relationship Type="http://schemas.openxmlformats.org/officeDocument/2006/relationships/slide" Target="/ppt/slides/slide9.xml" Id="Rfe646616b2354be3" /><Relationship Type="http://schemas.openxmlformats.org/officeDocument/2006/relationships/slide" Target="/ppt/slides/slide10.xml" Id="R2549283c257542cb" /><Relationship Type="http://schemas.openxmlformats.org/officeDocument/2006/relationships/slide" Target="/ppt/slides/slide11.xml" Id="R65f0e528c92748d5" /><Relationship Type="http://schemas.openxmlformats.org/officeDocument/2006/relationships/slide" Target="/ppt/slides/slide12.xml" Id="Rafa003d4ca60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e601484d5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051874da842e7" /><Relationship Type="http://schemas.openxmlformats.org/officeDocument/2006/relationships/notesMaster" Target="/ppt/notesMasters/notesMaster1.xml" Id="R96242311d3c2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1d1abbb7a4046" /><Relationship Type="http://schemas.openxmlformats.org/officeDocument/2006/relationships/notesMaster" Target="/ppt/notesMasters/notesMaster1.xml" Id="R24b4ec9538e4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2be9fd45e40a9" /><Relationship Type="http://schemas.openxmlformats.org/officeDocument/2006/relationships/notesMaster" Target="/ppt/notesMasters/notesMaster1.xml" Id="R08af13a71170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ba7f04777649de" /><Relationship Type="http://schemas.openxmlformats.org/officeDocument/2006/relationships/notesMaster" Target="/ppt/notesMasters/notesMaster1.xml" Id="R4c3a2c27afeb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f284424c6b4e1e" /><Relationship Type="http://schemas.openxmlformats.org/officeDocument/2006/relationships/notesMaster" Target="/ppt/notesMasters/notesMaster1.xml" Id="R7bbdb104a9eb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3fa56c5be4b4c" /><Relationship Type="http://schemas.openxmlformats.org/officeDocument/2006/relationships/notesMaster" Target="/ppt/notesMasters/notesMaster1.xml" Id="R4d14e15632804a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1f30741374529" /><Relationship Type="http://schemas.openxmlformats.org/officeDocument/2006/relationships/notesMaster" Target="/ppt/notesMasters/notesMaster1.xml" Id="Re4e166ee6c2a4b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b9da32ea8c4d03" /><Relationship Type="http://schemas.openxmlformats.org/officeDocument/2006/relationships/notesMaster" Target="/ppt/notesMasters/notesMaster1.xml" Id="Re953bf0829dc4d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9da38cc6248f0" /><Relationship Type="http://schemas.openxmlformats.org/officeDocument/2006/relationships/notesMaster" Target="/ppt/notesMasters/notesMaster1.xml" Id="R3f737cfbd1e84d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dda5db48d2421e" /><Relationship Type="http://schemas.openxmlformats.org/officeDocument/2006/relationships/notesMaster" Target="/ppt/notesMasters/notesMaster1.xml" Id="R332f4da0ab7d40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9e4f02f12f4b63" /><Relationship Type="http://schemas.openxmlformats.org/officeDocument/2006/relationships/notesMaster" Target="/ppt/notesMasters/notesMaster1.xml" Id="R41cfc873b6c34e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51e4800314321" /><Relationship Type="http://schemas.openxmlformats.org/officeDocument/2006/relationships/notesMaster" Target="/ppt/notesMasters/notesMaster1.xml" Id="R1d746152a1b7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project_sources/08-png</a:t>
            </a:r>
          </a:p>
          <a:p xmlns:a="http://schemas.openxmlformats.org/drawingml/2006/main">
            <a:r>
              <a:t>- project_sources/07-hero_runtime_keyposes.png</a:t>
            </a:r>
          </a:p>
          <a:p xmlns:a="http://schemas.openxmlformats.org/drawingml/2006/main">
            <a:r>
              <a:t>- PLAYER_RUNTIME_LOCK.md</a:t>
            </a:r>
          </a:p>
          <a:p xmlns:a="http://schemas.openxmlformats.org/drawingml/2006/main">
            <a:r>
              <a:t>- previews/gameplay_960x540/player_s_gameplay_960x540.mp4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PLAYER_RUNTIME_LOCK.md</a:t>
            </a:r>
          </a:p>
          <a:p xmlns:a="http://schemas.openxmlformats.org/drawingml/2006/main">
            <a:r>
              <a:t>- player/direction_lock/player_n.png … player_nw.png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player/s/idle/*.png</a:t>
            </a:r>
          </a:p>
          <a:p xmlns:a="http://schemas.openxmlformats.org/drawingml/2006/main">
            <a:r>
              <a:t>- player/s/move/*.png</a:t>
            </a:r>
          </a:p>
          <a:p xmlns:a="http://schemas.openxmlformats.org/drawingml/2006/main">
            <a:r>
              <a:t>- previews/motion/player_s_all_motion.mp4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player/e/idle/*.png</a:t>
            </a:r>
          </a:p>
          <a:p xmlns:a="http://schemas.openxmlformats.org/drawingml/2006/main">
            <a:r>
              <a:t>- player/e/move/*.png</a:t>
            </a:r>
          </a:p>
          <a:p xmlns:a="http://schemas.openxmlformats.org/drawingml/2006/main">
            <a:r>
              <a:t>- previews/motion/player_e_all_motion.mp4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player/s/dash/*.png</a:t>
            </a:r>
          </a:p>
          <a:p xmlns:a="http://schemas.openxmlformats.org/drawingml/2006/main">
            <a:r>
              <a:t>- player/e/dash/*.png</a:t>
            </a:r>
          </a:p>
          <a:p xmlns:a="http://schemas.openxmlformats.org/drawingml/2006/main">
            <a:r>
              <a:t>- PLAYER_MOTION_VALIDATION_REPORT.md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player/s/basic_attack/*.png</a:t>
            </a:r>
          </a:p>
          <a:p xmlns:a="http://schemas.openxmlformats.org/drawingml/2006/main">
            <a:r>
              <a:t>- player/e/basic_attack/*.png</a:t>
            </a:r>
          </a:p>
          <a:p xmlns:a="http://schemas.openxmlformats.org/drawingml/2006/main">
            <a:r>
              <a:t>- PLAYER_ANCHOR_OFFSETS.json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player/s/parry/*.png</a:t>
            </a:r>
          </a:p>
          <a:p xmlns:a="http://schemas.openxmlformats.org/drawingml/2006/main">
            <a:r>
              <a:t>- player/e/parry/*.png</a:t>
            </a:r>
          </a:p>
          <a:p xmlns:a="http://schemas.openxmlformats.org/drawingml/2006/main">
            <a:r>
              <a:t>- PLAYER_MOTION_MANIFEST.json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player/s/word_skill/*.png</a:t>
            </a:r>
          </a:p>
          <a:p xmlns:a="http://schemas.openxmlformats.org/drawingml/2006/main">
            <a:r>
              <a:t>- player/e/word_skill/*.png</a:t>
            </a:r>
          </a:p>
          <a:p xmlns:a="http://schemas.openxmlformats.org/drawingml/2006/main">
            <a:r>
              <a:t>- PLAYER_ANCHOR_OFFSETS.json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player/s/hit_recover/*.png</a:t>
            </a:r>
          </a:p>
          <a:p xmlns:a="http://schemas.openxmlformats.org/drawingml/2006/main">
            <a:r>
              <a:t>- player/e/hit_recover/*.png</a:t>
            </a:r>
          </a:p>
          <a:p xmlns:a="http://schemas.openxmlformats.org/drawingml/2006/main">
            <a:r>
              <a:t>- PLAYER_MOTION_VALIDATION_REPORT.md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previews/motion/player_s_all_motion.mp4</a:t>
            </a:r>
          </a:p>
          <a:p xmlns:a="http://schemas.openxmlformats.org/drawingml/2006/main">
            <a:r>
              <a:t>- previews/motion/player_e_all_motion.mp4</a:t>
            </a:r>
          </a:p>
          <a:p xmlns:a="http://schemas.openxmlformats.org/drawingml/2006/main">
            <a:r>
              <a:t>- PLAYER_MOTION_VALIDATION_REPORT.md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project_sources/02-ACT1-08-04.mp4</a:t>
            </a:r>
          </a:p>
          <a:p xmlns:a="http://schemas.openxmlformats.org/drawingml/2006/main">
            <a:r>
              <a:t>- previews/before_after/player_single_png_vs_new_motion.mp4</a:t>
            </a:r>
          </a:p>
          <a:p xmlns:a="http://schemas.openxmlformats.org/drawingml/2006/main">
            <a:r>
              <a:t>- previews/gameplay_960x540/player_s_gameplay_960x540.mp4</a:t>
            </a:r>
          </a:p>
          <a:p xmlns:a="http://schemas.openxmlformats.org/drawingml/2006/main">
            <a:r>
              <a:t>- previews/gameplay_960x540/player_e_gameplay_960x540.mp4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PLAYER_MOTION_VALIDATION_REPORT.md</a:t>
            </a:r>
          </a:p>
          <a:p xmlns:a="http://schemas.openxmlformats.org/drawingml/2006/main">
            <a:r>
              <a:t>- PLAYER_MOTION_MANIFEST.json</a:t>
            </a:r>
          </a:p>
          <a:p xmlns:a="http://schemas.openxmlformats.org/drawingml/2006/main">
            <a:r>
              <a:t>- PLAYER_ANCHOR_OFFSETS.json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54922eb09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f7ae8eaff48c7" /><Relationship Type="http://schemas.openxmlformats.org/officeDocument/2006/relationships/slideLayout" Target="/ppt/slideLayouts/slideLayout1.xml" Id="R9f0c5b06101f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0c5b06101f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1e8e9479044ac" /><Relationship Type="http://schemas.openxmlformats.org/officeDocument/2006/relationships/image" Target="/ppt/media/image.png" Id="Rc9272f7ae4d94d86" /><Relationship Type="http://schemas.openxmlformats.org/officeDocument/2006/relationships/notesSlide" Target="/ppt/notesSlides/notesSlide1.xml" Id="Rb96d76cab28840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e3b16418e403b" /><Relationship Type="http://schemas.openxmlformats.org/officeDocument/2006/relationships/image" Target="/ppt/media/image2.png" Id="R0259f644bb05443e" /><Relationship Type="http://schemas.openxmlformats.org/officeDocument/2006/relationships/image" Target="/ppt/media/image3.png" Id="R8f035df456984a79" /><Relationship Type="http://schemas.openxmlformats.org/officeDocument/2006/relationships/image" Target="/ppt/media/image4.png" Id="R2b1f6128e6a34c43" /><Relationship Type="http://schemas.openxmlformats.org/officeDocument/2006/relationships/image" Target="/ppt/media/image5.png" Id="R35345ad89d7742b1" /><Relationship Type="http://schemas.openxmlformats.org/officeDocument/2006/relationships/image" Target="/ppt/media/image6.png" Id="R67c0037ac4854eab" /><Relationship Type="http://schemas.openxmlformats.org/officeDocument/2006/relationships/image" Target="/ppt/media/image7.png" Id="R2f3cb74f27ba4d7a" /><Relationship Type="http://schemas.openxmlformats.org/officeDocument/2006/relationships/image" Target="/ppt/media/image8.png" Id="Rd3b57f47015a4068" /><Relationship Type="http://schemas.openxmlformats.org/officeDocument/2006/relationships/image" Target="/ppt/media/image9.png" Id="Re908bc265e904061" /><Relationship Type="http://schemas.openxmlformats.org/officeDocument/2006/relationships/notesSlide" Target="/ppt/notesSlides/notesSlide2.xml" Id="R894d71753700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5ba6c843440b" /><Relationship Type="http://schemas.openxmlformats.org/officeDocument/2006/relationships/image" Target="/ppt/media/image10.png" Id="R7c7699e942c043af" /><Relationship Type="http://schemas.openxmlformats.org/officeDocument/2006/relationships/image" Target="/ppt/media/image11.png" Id="R2c27a6f5b2014b43" /><Relationship Type="http://schemas.openxmlformats.org/officeDocument/2006/relationships/image" Target="/ppt/media/image12.png" Id="R033c61857a474ac7" /><Relationship Type="http://schemas.openxmlformats.org/officeDocument/2006/relationships/image" Target="/ppt/media/image13.png" Id="Rfefe19c0644c41d3" /><Relationship Type="http://schemas.openxmlformats.org/officeDocument/2006/relationships/notesSlide" Target="/ppt/notesSlides/notesSlide3.xml" Id="R2793e7608c4b48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3430369ce4556" /><Relationship Type="http://schemas.openxmlformats.org/officeDocument/2006/relationships/image" Target="/ppt/media/image14.png" Id="Re4de8065405f41d7" /><Relationship Type="http://schemas.openxmlformats.org/officeDocument/2006/relationships/image" Target="/ppt/media/image15.png" Id="R84c800c202124b43" /><Relationship Type="http://schemas.openxmlformats.org/officeDocument/2006/relationships/image" Target="/ppt/media/image16.png" Id="Ra8f5cb74c86748cf" /><Relationship Type="http://schemas.openxmlformats.org/officeDocument/2006/relationships/image" Target="/ppt/media/image17.png" Id="R7f327f3eb2b54caf" /><Relationship Type="http://schemas.openxmlformats.org/officeDocument/2006/relationships/notesSlide" Target="/ppt/notesSlides/notesSlide4.xml" Id="R4649902fde0f4b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29bf3b114470" /><Relationship Type="http://schemas.openxmlformats.org/officeDocument/2006/relationships/image" Target="/ppt/media/image18.png" Id="Rb456abff48764471" /><Relationship Type="http://schemas.openxmlformats.org/officeDocument/2006/relationships/image" Target="/ppt/media/image19.png" Id="Rf25546dc0dd54ee4" /><Relationship Type="http://schemas.openxmlformats.org/officeDocument/2006/relationships/image" Target="/ppt/media/image20.png" Id="R80fb481a99f84c77" /><Relationship Type="http://schemas.openxmlformats.org/officeDocument/2006/relationships/image" Target="/ppt/media/image21.png" Id="Rdc5dde864fea4daf" /><Relationship Type="http://schemas.openxmlformats.org/officeDocument/2006/relationships/notesSlide" Target="/ppt/notesSlides/notesSlide5.xml" Id="Re58ab638924840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6d450d031474b" /><Relationship Type="http://schemas.openxmlformats.org/officeDocument/2006/relationships/image" Target="/ppt/media/image22.png" Id="R5dddfc0fb5f54614" /><Relationship Type="http://schemas.openxmlformats.org/officeDocument/2006/relationships/image" Target="/ppt/media/image23.png" Id="Red61d6e39b3b4fae" /><Relationship Type="http://schemas.openxmlformats.org/officeDocument/2006/relationships/image" Target="/ppt/media/image24.png" Id="R9dbcf3a35850406f" /><Relationship Type="http://schemas.openxmlformats.org/officeDocument/2006/relationships/image" Target="/ppt/media/image25.png" Id="R8c595fc9ab1c40cf" /><Relationship Type="http://schemas.openxmlformats.org/officeDocument/2006/relationships/image" Target="/ppt/media/image26.png" Id="R7ceb5b516c5d486c" /><Relationship Type="http://schemas.openxmlformats.org/officeDocument/2006/relationships/image" Target="/ppt/media/image27.png" Id="Rd48c0e73fb2f406d" /><Relationship Type="http://schemas.openxmlformats.org/officeDocument/2006/relationships/image" Target="/ppt/media/image28.png" Id="Re2caeb3982914393" /><Relationship Type="http://schemas.openxmlformats.org/officeDocument/2006/relationships/notesSlide" Target="/ppt/notesSlides/notesSlide6.xml" Id="R87dad5ae67b44f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6e6430703465b" /><Relationship Type="http://schemas.openxmlformats.org/officeDocument/2006/relationships/image" Target="/ppt/media/image29.png" Id="Rdc3e8eb78e5d44c2" /><Relationship Type="http://schemas.openxmlformats.org/officeDocument/2006/relationships/image" Target="/ppt/media/image30.png" Id="R2dd57e06683b445b" /><Relationship Type="http://schemas.openxmlformats.org/officeDocument/2006/relationships/image" Target="/ppt/media/image31.png" Id="Rc481064dac7a4aad" /><Relationship Type="http://schemas.openxmlformats.org/officeDocument/2006/relationships/image" Target="/ppt/media/image32.png" Id="R99d762874b1e4f16" /><Relationship Type="http://schemas.openxmlformats.org/officeDocument/2006/relationships/image" Target="/ppt/media/image33.png" Id="R7d6cbcd83af74786" /><Relationship Type="http://schemas.openxmlformats.org/officeDocument/2006/relationships/image" Target="/ppt/media/image34.png" Id="R4f0f2c6ce95342df" /><Relationship Type="http://schemas.openxmlformats.org/officeDocument/2006/relationships/image" Target="/ppt/media/image35.png" Id="R1463b770186d4357" /><Relationship Type="http://schemas.openxmlformats.org/officeDocument/2006/relationships/notesSlide" Target="/ppt/notesSlides/notesSlide7.xml" Id="Rf26a60816d2449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d3ec06b0459d" /><Relationship Type="http://schemas.openxmlformats.org/officeDocument/2006/relationships/image" Target="/ppt/media/image36.png" Id="Rc769dedd56c140b2" /><Relationship Type="http://schemas.openxmlformats.org/officeDocument/2006/relationships/image" Target="/ppt/media/image37.png" Id="R0753399b9b204d5b" /><Relationship Type="http://schemas.openxmlformats.org/officeDocument/2006/relationships/image" Target="/ppt/media/image38.png" Id="Ra3b3fe507237466b" /><Relationship Type="http://schemas.openxmlformats.org/officeDocument/2006/relationships/image" Target="/ppt/media/image39.png" Id="R11dc4098417a4daa" /><Relationship Type="http://schemas.openxmlformats.org/officeDocument/2006/relationships/image" Target="/ppt/media/image40.png" Id="R2c7e1785048d4927" /><Relationship Type="http://schemas.openxmlformats.org/officeDocument/2006/relationships/image" Target="/ppt/media/image41.png" Id="Rba113d9875474191" /><Relationship Type="http://schemas.openxmlformats.org/officeDocument/2006/relationships/image" Target="/ppt/media/image42.png" Id="Raf38556c5d8d4fe4" /><Relationship Type="http://schemas.openxmlformats.org/officeDocument/2006/relationships/image" Target="/ppt/media/image43.png" Id="R355de9d739224193" /><Relationship Type="http://schemas.openxmlformats.org/officeDocument/2006/relationships/notesSlide" Target="/ppt/notesSlides/notesSlide8.xml" Id="R402d900cdffa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2ff83e3c4f2f" /><Relationship Type="http://schemas.openxmlformats.org/officeDocument/2006/relationships/image" Target="/ppt/media/image44.png" Id="R7f4a6c6552974bd2" /><Relationship Type="http://schemas.openxmlformats.org/officeDocument/2006/relationships/image" Target="/ppt/media/image45.png" Id="R7c5292ff12444b69" /><Relationship Type="http://schemas.openxmlformats.org/officeDocument/2006/relationships/image" Target="/ppt/media/image46.png" Id="Re65d2d130ab14199" /><Relationship Type="http://schemas.openxmlformats.org/officeDocument/2006/relationships/image" Target="/ppt/media/image47.png" Id="R6a0f0aa823f546e1" /><Relationship Type="http://schemas.openxmlformats.org/officeDocument/2006/relationships/image" Target="/ppt/media/image48.png" Id="Rf2aaa3d7178c402f" /><Relationship Type="http://schemas.openxmlformats.org/officeDocument/2006/relationships/image" Target="/ppt/media/image49.png" Id="Rb174341f3699424c" /><Relationship Type="http://schemas.openxmlformats.org/officeDocument/2006/relationships/image" Target="/ppt/media/image50.png" Id="Rc3ef3d930cbe4bb2" /><Relationship Type="http://schemas.openxmlformats.org/officeDocument/2006/relationships/image" Target="/ppt/media/image51.png" Id="Rbdd2881ec9fa4833" /><Relationship Type="http://schemas.openxmlformats.org/officeDocument/2006/relationships/notesSlide" Target="/ppt/notesSlides/notesSlide9.xml" Id="R31323341807049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9a72e50ff4a62" /><Relationship Type="http://schemas.openxmlformats.org/officeDocument/2006/relationships/image" Target="/ppt/media/image52.png" Id="R1e06d3fe80f54ef5" /><Relationship Type="http://schemas.openxmlformats.org/officeDocument/2006/relationships/image" Target="/ppt/media/image53.png" Id="Rd329f1e2149241e7" /><Relationship Type="http://schemas.openxmlformats.org/officeDocument/2006/relationships/image" Target="/ppt/media/image54.png" Id="R013ec82a57094505" /><Relationship Type="http://schemas.openxmlformats.org/officeDocument/2006/relationships/notesSlide" Target="/ppt/notesSlides/notesSlide10.xml" Id="Reb916553f34243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18a8a021b4f31" /><Relationship Type="http://schemas.openxmlformats.org/officeDocument/2006/relationships/image" Target="/ppt/media/image55.png" Id="R8176bb924f034eec" /><Relationship Type="http://schemas.openxmlformats.org/officeDocument/2006/relationships/image" Target="/ppt/media/image56.png" Id="R5d701133d8434e66" /><Relationship Type="http://schemas.openxmlformats.org/officeDocument/2006/relationships/notesSlide" Target="/ppt/notesSlides/notesSlide11.xml" Id="R871148b320bb40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636907e834c9a" /><Relationship Type="http://schemas.openxmlformats.org/officeDocument/2006/relationships/notesSlide" Target="/ppt/notesSlides/notesSlide12.xml" Id="R8ab38ea0879f49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PLAYER RUNTIME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MOTION PILOT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8-DIRECTION LOCK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S / E REAL FRAME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기준: 컨셉 원본 + hero runtime keyposes · 2026-08-05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72f7ae4d94d86"/>
          <a:stretch xmlns:a="http://schemas.openxmlformats.org/drawingml/2006/main"/>
        </p:blipFill>
        <p:spPr>
          <a:xfrm xmlns:a="http://schemas.openxmlformats.org/drawingml/2006/main">
            <a:off x="6757035" y="1776174"/>
            <a:ext cx="4488180" cy="25246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960×540 gameplay composite · 2× nearest · body ≈92px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UNMAEK_PLAYER_RUNTIME_MOTION_PILOT_v1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2538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주인공 — 8방향 standing 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64×64 canonical canvas · Ground Point (32,57) · 모든 방향 오른손 단검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DIRECTION 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64×64 RGBA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9f644bb05443e"/>
          <a:stretch xmlns:a="http://schemas.openxmlformats.org/drawingml/2006/main"/>
        </p:blipFill>
        <p:spPr>
          <a:xfrm xmlns:a="http://schemas.openxmlformats.org/drawingml/2006/main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64×64 RGBA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35df456984a79"/>
          <a:stretch xmlns:a="http://schemas.openxmlformats.org/drawingml/2006/main"/>
        </p:blipFill>
        <p:spPr>
          <a:xfrm xmlns:a="http://schemas.openxmlformats.org/drawingml/2006/main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64×64 RGBA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f6128e6a34c43"/>
          <a:stretch xmlns:a="http://schemas.openxmlformats.org/drawingml/2006/main"/>
        </p:blipFill>
        <p:spPr>
          <a:xfrm xmlns:a="http://schemas.openxmlformats.org/drawingml/2006/main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64×64 RGBA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5ad89d7742b1"/>
          <a:stretch xmlns:a="http://schemas.openxmlformats.org/drawingml/2006/main"/>
        </p:blipFill>
        <p:spPr>
          <a:xfrm xmlns:a="http://schemas.openxmlformats.org/drawingml/2006/main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64×64 RGBA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0037ac4854eab"/>
          <a:stretch xmlns:a="http://schemas.openxmlformats.org/drawingml/2006/main"/>
        </p:blipFill>
        <p:spPr>
          <a:xfrm xmlns:a="http://schemas.openxmlformats.org/drawingml/2006/main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64×64 RGBA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cb74f27ba4d7a"/>
          <a:stretch xmlns:a="http://schemas.openxmlformats.org/drawingml/2006/main"/>
        </p:blipFill>
        <p:spPr>
          <a:xfrm xmlns:a="http://schemas.openxmlformats.org/drawingml/2006/main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64×64 RGBA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57f47015a4068"/>
          <a:stretch xmlns:a="http://schemas.openxmlformats.org/drawingml/2006/main"/>
        </p:blipFill>
        <p:spPr>
          <a:xfrm xmlns:a="http://schemas.openxmlformats.org/drawingml/2006/main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64×64 RGBA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8bc265e904061"/>
          <a:stretch xmlns:a="http://schemas.openxmlformats.org/drawingml/2006/main"/>
        </p:blipFill>
        <p:spPr>
          <a:xfrm xmlns:a="http://schemas.openxmlformats.org/drawingml/2006/main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player/direction_lock/ · canonical standing frame 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rear authority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asymmetry corrected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right-hand dagger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asymmetry corrected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front authority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asymmetry corrected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right-hand dagger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asymmetry corrected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bag · left-rear hip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cape asymmetry · GP (32,57)</a:t>
            </a:r>
          </a:p>
        </p:txBody>
      </p:sp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F656C-5263-496C-8138-9E6AF101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018C1-2814-4ACF-AD7C-0917ACF9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— idle /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364F3-EB40-4D2B-9817-AE41C356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idle 발 고정 호흡 4f · move 실제 디딤·무릎·장비 후행 6f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E61D2-1F9D-44DF-86E9-D47A4C53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2A6B8-3A3D-4342-942E-ED05F661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S LOCOMOTION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21F67-337A-4F1E-B4AA-4007EC6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02391-C2E7-4278-98B4-33A595B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19193-49E3-40F1-B98E-2E40306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S IDLE · 4 FRAME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699e942c043af"/>
          <a:stretch xmlns:a="http://schemas.openxmlformats.org/drawingml/2006/main"/>
        </p:blipFill>
        <p:spPr>
          <a:xfrm xmlns:a="http://schemas.openxmlformats.org/drawingml/2006/main">
            <a:off x="476250" y="2614014"/>
            <a:ext cx="2595563" cy="8108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CCA7-FC66-4236-8154-5437487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76A2A-5BAA-43A6-A4A7-CFCE34A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S MOVE · 6 FRAME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7a6f5b2014b43"/>
          <a:stretch xmlns:a="http://schemas.openxmlformats.org/drawingml/2006/main"/>
        </p:blipFill>
        <p:spPr>
          <a:xfrm xmlns:a="http://schemas.openxmlformats.org/drawingml/2006/main">
            <a:off x="3357563" y="2747688"/>
            <a:ext cx="2595563" cy="5434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C0B39-8122-41D4-8487-494F90E3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1CF57-BB14-490F-98CF-CA63E09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IDLE NATIVE FRAME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c61857a474ac7"/>
          <a:stretch xmlns:a="http://schemas.openxmlformats.org/drawingml/2006/main"/>
        </p:blipFill>
        <p:spPr>
          <a:xfrm xmlns:a="http://schemas.openxmlformats.org/drawingml/2006/main">
            <a:off x="6769016" y="2251785"/>
            <a:ext cx="1535280" cy="153528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76B5A-B8E9-4C50-BA17-BE6CE5FA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293A9-1339-41F5-A0B0-9775005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MOVE CONTACT FRAME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e19c0644c41d3"/>
          <a:stretch xmlns:a="http://schemas.openxmlformats.org/drawingml/2006/main"/>
        </p:blipFill>
        <p:spPr>
          <a:xfrm xmlns:a="http://schemas.openxmlformats.org/drawingml/2006/main">
            <a:off x="9709819" y="2311276"/>
            <a:ext cx="1416299" cy="141629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5A019-09FE-4301-AF34-25993B6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actual sequence evidence · 64×64 RGBA · nearest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5B760-D346-49A6-93EC-E285826F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idle · 4f · 180ms 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66ACB-5B00-4A87-B8ED-9FC87663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feet fixed · breath / weight shift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D1FB5-5016-4453-91A0-911512D4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cape and bag follow one beat 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97843-630D-44DF-B579-12E5E3F6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move · 6f · 90ms 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DDBA5-AC84-44CD-99E4-0CFDE5D3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actual step and knee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D164F-4B18-46ED-9701-8B384C2F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loop GP delta 0px · slide 0</a:t>
            </a:r>
          </a:p>
        </p:txBody>
      </p:sp>
    </p:spTree>
    <p:extLst>
      <p:ext uri="{BB962C8B-B14F-4D97-AF65-F5344CB8AC3E}">
        <p14:creationId xmlns:p14="http://schemas.microsoft.com/office/powerpoint/2010/main" val="1377237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375DC9-D8EC-48BE-8259-E3ED780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8A51A-E6C3-4C2A-A0FB-CB90FE5C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— idle /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CE155-C1A2-4560-80F0-CF6B7C2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side silhouette에서 발 디딤·어깨–골반 역회전·망토 후행이 분리됨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1FE27-5540-4B41-961A-581B79F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F818C-0CC8-4820-A068-7E054AC7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E LOCOMOTION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3BC04-C296-4B9C-AFAD-5814DA3D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956C4-A413-4D4D-97F1-11B8212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C3CD6-554F-4926-BFA4-DAC05102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E IDLE · 4 FRAME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e8065405f41d7"/>
          <a:stretch xmlns:a="http://schemas.openxmlformats.org/drawingml/2006/main"/>
        </p:blipFill>
        <p:spPr>
          <a:xfrm xmlns:a="http://schemas.openxmlformats.org/drawingml/2006/main">
            <a:off x="476250" y="2614014"/>
            <a:ext cx="2595563" cy="8108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24FFB-0A31-41A5-98BB-A5ACA8FE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52020-DCBF-4BC9-9331-1CC58BBC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E MOVE · 6 FRAME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800c202124b43"/>
          <a:stretch xmlns:a="http://schemas.openxmlformats.org/drawingml/2006/main"/>
        </p:blipFill>
        <p:spPr>
          <a:xfrm xmlns:a="http://schemas.openxmlformats.org/drawingml/2006/main">
            <a:off x="3357563" y="2747687"/>
            <a:ext cx="2595563" cy="5434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D056A-27EB-4F17-B1C3-9C51A70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E94E2-383D-4A53-9158-E46A8BB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IDLE NATIVE FRAME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5cb74c86748cf"/>
          <a:stretch xmlns:a="http://schemas.openxmlformats.org/drawingml/2006/main"/>
        </p:blipFill>
        <p:spPr>
          <a:xfrm xmlns:a="http://schemas.openxmlformats.org/drawingml/2006/main">
            <a:off x="6671469" y="2154238"/>
            <a:ext cx="1730375" cy="17303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E5E7A-D717-4C56-9435-02A7F24F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5D8BA-31D0-4181-918F-07E906FC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MOVE CONTACT FRAME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27f3eb2b54caf"/>
          <a:stretch xmlns:a="http://schemas.openxmlformats.org/drawingml/2006/main"/>
        </p:blipFill>
        <p:spPr>
          <a:xfrm xmlns:a="http://schemas.openxmlformats.org/drawingml/2006/main">
            <a:off x="9227344" y="18288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77FBC-43AA-4B0F-A25F-1536EB6D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actual sequence evidence · S 회전 복제 아님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E61D2-74BC-4B78-9F90-102B6B6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idle · 4f · 180ms 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6A068-973B-4282-A43B-9CD3FF1C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feet fixed · no whole-body float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E6C95-7F97-482F-9D7F-1F176ADF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dagger remains in right hand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2A6A7-0C34-42D0-8A95-613DD9B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move · 6f · 90ms 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6D13D-72CA-4459-8799-C84A4285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step / shoulder / pelvis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FB499-2661-4C73-A3D1-1F41071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loop GP delta 0px · slide 0</a:t>
            </a:r>
          </a:p>
        </p:txBody>
      </p:sp>
    </p:spTree>
    <p:extLst>
      <p:ext uri="{BB962C8B-B14F-4D97-AF65-F5344CB8AC3E}">
        <p14:creationId xmlns:p14="http://schemas.microsoft.com/office/powerpoint/2010/main" val="1385115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3A97-F6DF-478B-8AA9-192AE44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BA58-A1EF-48BB-9654-3D77BD7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dash — 준비 → 추진 → 이동 → 복귀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2D53-5197-43A2-8F90-70A2719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순간이동·잔상 없이 짧은 회피 동작, S/E 각각 4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129F4-A8A9-45F6-9759-256199F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95D9-1A86-44BF-B669-47D3326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DASH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AE447-6B70-40E8-81EA-0D5B731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1C7C-FDFF-4C7C-893C-17FE06F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AF3A-0137-4C43-A2DE-800ED4A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S DASH · 4 FRAME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6abff48764471"/>
          <a:stretch xmlns:a="http://schemas.openxmlformats.org/drawingml/2006/main"/>
        </p:blipFill>
        <p:spPr>
          <a:xfrm xmlns:a="http://schemas.openxmlformats.org/drawingml/2006/main">
            <a:off x="476250" y="2614013"/>
            <a:ext cx="2595563" cy="8108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401F-7692-4DF9-91C4-0730EB8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AE64-B73E-48A6-A9EB-64C0B41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E DASH · 4 FRAME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546dc0dd54ee4"/>
          <a:stretch xmlns:a="http://schemas.openxmlformats.org/drawingml/2006/main"/>
        </p:blipFill>
        <p:spPr>
          <a:xfrm xmlns:a="http://schemas.openxmlformats.org/drawingml/2006/main">
            <a:off x="3357563" y="2614013"/>
            <a:ext cx="2595563" cy="81082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58E3-B19F-4C97-9873-B7B294F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34787-808B-448D-B15B-8BC7F1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S PROPULSION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b481a99f84c77"/>
          <a:stretch xmlns:a="http://schemas.openxmlformats.org/drawingml/2006/main"/>
        </p:blipFill>
        <p:spPr>
          <a:xfrm xmlns:a="http://schemas.openxmlformats.org/drawingml/2006/main">
            <a:off x="6357159" y="1839928"/>
            <a:ext cx="2358995" cy="235899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5F997-0AC6-42F2-86ED-3FCE951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ECA0-76A5-4740-B6BB-5EDAD60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E TRAVEL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dde864fea4daf"/>
          <a:stretch xmlns:a="http://schemas.openxmlformats.org/drawingml/2006/main"/>
        </p:blipFill>
        <p:spPr>
          <a:xfrm xmlns:a="http://schemas.openxmlformats.org/drawingml/2006/main">
            <a:off x="9391902" y="1993358"/>
            <a:ext cx="2052134" cy="205213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C4E15-CCB3-49BF-9E74-19CDF17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actual frame change · translation-only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F154B-C565-4239-AB29-FE0CE94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dash · prepare / push / travel / 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CF596-8B5A-432E-BB7E-50B2F38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low practical evasive posture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CC02D-E942-402C-A5C2-FE27577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no blur · no afterimage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C296-E40E-483C-98E5-FA1831F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dash · independent side silhouette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5764A-C602-4759-B17E-877A084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bag / cape follow propulsion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890FA-67EF-4466-BB35-14A0DB2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same canonical GP; collision unchanged</a:t>
            </a:r>
          </a:p>
        </p:txBody>
      </p:sp>
    </p:spTree>
    <p:extLst>
      <p:ext uri="{BB962C8B-B14F-4D97-AF65-F5344CB8AC3E}">
        <p14:creationId xmlns:p14="http://schemas.microsoft.com/office/powerpoint/2010/main" val="965741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697DFA-45D6-4CBE-B518-DF2B91FE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CE34F-BCBD-45F3-89DF-D8BFD5FB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basic attack — 짧고 실용적인 단검 베기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FD394-0AAF-4421-AE1A-C49E8A64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준비·어깨 회전·단검 궤적·접촉·복귀 5f; 전문 검술 과장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7A76C-720E-4275-BE6F-8812D089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B3A56-98D2-4799-AB9E-F288B5D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BASIC ATTACK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5C183-CC5E-45E3-8FD9-BA7B8C7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B446C-BDBD-42A0-B73F-F9E30442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F2443-0E94-4B2A-966B-5B417FB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PREP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dfc0fb5f54614"/>
          <a:stretch xmlns:a="http://schemas.openxmlformats.org/drawingml/2006/main"/>
        </p:blipFill>
        <p:spPr>
          <a:xfrm xmlns:a="http://schemas.openxmlformats.org/drawingml/2006/main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03DED-ABA9-4E6B-86A0-42A89CE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A0EFD-F0E2-43B6-BEC2-4B3DB3D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CONTACT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d6e39b3b4fae"/>
          <a:stretch xmlns:a="http://schemas.openxmlformats.org/drawingml/2006/main"/>
        </p:blipFill>
        <p:spPr>
          <a:xfrm xmlns:a="http://schemas.openxmlformats.org/drawingml/2006/main">
            <a:off x="4193381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8725B-E48A-4845-9159-389F66BA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481C7-F1DB-4048-93A7-68BAB28D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RETURN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cf3a35850406f"/>
          <a:stretch xmlns:a="http://schemas.openxmlformats.org/drawingml/2006/main"/>
        </p:blipFill>
        <p:spPr>
          <a:xfrm xmlns:a="http://schemas.openxmlformats.org/drawingml/2006/main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49BB2-9EC5-4F37-8DAF-9BDD21A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1DC22-33E9-4336-A0F1-51AAD6C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PREP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95fc9ab1c40cf"/>
          <a:stretch xmlns:a="http://schemas.openxmlformats.org/drawingml/2006/main"/>
        </p:blipFill>
        <p:spPr>
          <a:xfrm xmlns:a="http://schemas.openxmlformats.org/drawingml/2006/main">
            <a:off x="9956006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FF186-3369-4B25-BF13-2AFE1A8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42C23-B8AA-429D-9A66-CBE7A90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CONTACT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b5b516c5d486c"/>
          <a:stretch xmlns:a="http://schemas.openxmlformats.org/drawingml/2006/main"/>
        </p:blipFill>
        <p:spPr>
          <a:xfrm xmlns:a="http://schemas.openxmlformats.org/drawingml/2006/main">
            <a:off x="1312069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019E2-719D-4BB1-B958-75C9AF6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F3A13-AAD9-4358-B7D5-637B24F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RETURN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c0e73fb2f406d"/>
          <a:stretch xmlns:a="http://schemas.openxmlformats.org/drawingml/2006/main"/>
        </p:blipFill>
        <p:spPr>
          <a:xfrm xmlns:a="http://schemas.openxmlformats.org/drawingml/2006/main">
            <a:off x="4193381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7ABB7-C37C-413D-84DA-4EBDA9F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1E195-C07B-4E86-B2B5-A1D8BE6D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TRAJECTORY SHEET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aeb3982914393"/>
          <a:stretch xmlns:a="http://schemas.openxmlformats.org/drawingml/2006/main"/>
        </p:blipFill>
        <p:spPr>
          <a:xfrm xmlns:a="http://schemas.openxmlformats.org/drawingml/2006/main">
            <a:off x="6990701" y="3638896"/>
            <a:ext cx="1091911" cy="218382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B1655-5B62-40F1-BF21-BFAEE486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dagger_tip recorded per frame · attack timing unchanged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406E5-5FB6-4CAE-9964-0C5001B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f01 · prepare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65C62-59E5-4ED7-88F5-D65248E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f03 · visible blade contact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721AC-CC77-44EF-A9DC-011243B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f05 · recovery, no idle snap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21923-445F-481A-B1CD-D646D0FA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f01 · prepare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9AC9A5-8CF7-413F-A48D-AE62BF2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f03 · visible blade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45B2C7-C3EE-4727-B971-50576C5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2445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f05 · recovery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5AD593-E6A5-4797-BFEE-98AA547F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3402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5f sheet candidate · RGBA</a:t>
            </a:r>
          </a:p>
        </p:txBody>
      </p:sp>
    </p:spTree>
    <p:extLst>
      <p:ext uri="{BB962C8B-B14F-4D97-AF65-F5344CB8AC3E}">
        <p14:creationId xmlns:p14="http://schemas.microsoft.com/office/powerpoint/2010/main" val="540395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834BD-CE8D-4157-878D-92149DD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A51E6-4A55-401D-A96D-64703AA4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parry — 전진 공격과 분리된 중심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0B716-E471-4638-B010-FFE456A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main 5f + success 1 + failure 1; 기존 360° gameplay 판정 유지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50D0E-DCC6-4ABE-A3B8-11D4ABEB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79ECC-CC54-4BAD-8A0A-9E92189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PARRY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3B3D7-D519-421F-B94E-7B3DBC82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4A274-A92C-48FF-ADA8-217EED3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13900-52D6-474D-BD3E-8CB4ECCF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ENTRY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e8eb78e5d44c2"/>
          <a:stretch xmlns:a="http://schemas.openxmlformats.org/drawingml/2006/main"/>
        </p:blipFill>
        <p:spPr>
          <a:xfrm xmlns:a="http://schemas.openxmlformats.org/drawingml/2006/main">
            <a:off x="1450226" y="1966957"/>
            <a:ext cx="647611" cy="647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B7AD7-1BD8-4369-939E-168F5A6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B4F3A-D6AF-4AD0-B371-0AFA26D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CONTACT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57e06683b445b"/>
          <a:stretch xmlns:a="http://schemas.openxmlformats.org/drawingml/2006/main"/>
        </p:blipFill>
        <p:spPr>
          <a:xfrm xmlns:a="http://schemas.openxmlformats.org/drawingml/2006/main">
            <a:off x="4193381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D85C7-9347-4924-891D-8A916748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FCB80-35DF-4BB7-84FF-05550F43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SUCCESS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1064dac7a4aad"/>
          <a:stretch xmlns:a="http://schemas.openxmlformats.org/drawingml/2006/main"/>
        </p:blipFill>
        <p:spPr>
          <a:xfrm xmlns:a="http://schemas.openxmlformats.org/drawingml/2006/main">
            <a:off x="7270566" y="2024672"/>
            <a:ext cx="532181" cy="53218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E7ECF-D98F-4FC0-A14C-39BFFFE2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5D049-7079-46A3-A774-C7C60CD2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ENTRY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762874b1e4f16"/>
          <a:stretch xmlns:a="http://schemas.openxmlformats.org/drawingml/2006/main"/>
        </p:blipFill>
        <p:spPr>
          <a:xfrm xmlns:a="http://schemas.openxmlformats.org/drawingml/2006/main">
            <a:off x="9968005" y="1840799"/>
            <a:ext cx="899927" cy="89992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ADCAD-46B0-408C-B728-ACD4022E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D577C-A44A-4A0B-BCCF-67B842F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CONTACT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cbcd83af74786"/>
          <a:stretch xmlns:a="http://schemas.openxmlformats.org/drawingml/2006/main"/>
        </p:blipFill>
        <p:spPr>
          <a:xfrm xmlns:a="http://schemas.openxmlformats.org/drawingml/2006/main">
            <a:off x="1312069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CB9B4-3B06-41AF-9070-2EF29808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DEB8A-42E3-4B9F-9769-577257C8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SUCCESS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f2c6ce95342df"/>
          <a:stretch xmlns:a="http://schemas.openxmlformats.org/drawingml/2006/main"/>
        </p:blipFill>
        <p:spPr>
          <a:xfrm xmlns:a="http://schemas.openxmlformats.org/drawingml/2006/main">
            <a:off x="4298829" y="3391573"/>
            <a:ext cx="713029" cy="713029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EC749-B09D-4637-A45C-F3E0BFE9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FAB560-48C4-4061-878A-BD3FC95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FAILURE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3b770186d4357"/>
          <a:stretch xmlns:a="http://schemas.openxmlformats.org/drawingml/2006/main"/>
        </p:blipFill>
        <p:spPr>
          <a:xfrm xmlns:a="http://schemas.openxmlformats.org/drawingml/2006/main">
            <a:off x="7074694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0EABD-BF3E-43A5-A662-4CF1A9D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success/failure are auxiliary visual frames, not new states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2530F-5BF6-46BC-BF66-62157F2A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entry · no forward lunge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1773CD-0C6F-4EC8-813A-1787395D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center lock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3EEE2-58C8-4C96-8AFE-544C4F41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success recoil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7E00A-B1C0-49CD-80A4-DE90C0A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entry · independent silhouette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F003E-07F3-40C2-A4E5-91BF9D9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contact guard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196BD-9AA1-4EE4-AFDF-908DF39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2445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success recoil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81083C-8624-4C06-BC66-B5795C0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3402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failure loses balance, then recovers</a:t>
            </a:r>
          </a:p>
        </p:txBody>
      </p:sp>
    </p:spTree>
    <p:extLst>
      <p:ext uri="{BB962C8B-B14F-4D97-AF65-F5344CB8AC3E}">
        <p14:creationId xmlns:p14="http://schemas.microsoft.com/office/powerpoint/2010/main" val="506674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332079-EAFF-4307-AB70-FDEE017C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A2A9B-47D6-4113-96CD-13476B6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word skill — 몸의 지정 동작이 공명보다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9BF07-EEA6-44F1-ABE5-A0870059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대상 확인·단검 지정·쇄골 공명·언령 발생·복귀, 상시 발광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788F4-8167-4D1D-B119-A293D453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69C30-2546-4E4E-AE7B-24C5E41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WORD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D62C1-CF04-4870-B1BC-07D79B9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E38E7-4619-47D3-9635-FE1CC2C4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05D01-D311-4B18-BAAF-647558C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5f SHEET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9dedd56c140b2"/>
          <a:stretch xmlns:a="http://schemas.openxmlformats.org/drawingml/2006/main"/>
        </p:blipFill>
        <p:spPr>
          <a:xfrm xmlns:a="http://schemas.openxmlformats.org/drawingml/2006/main">
            <a:off x="982096" y="2132375"/>
            <a:ext cx="1583871" cy="31677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1245C-9D3A-4FDF-B2D9-35A4A05A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8FF07-E67E-4C50-AC62-BF0CA754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TARGET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3399b9b204d5b"/>
          <a:stretch xmlns:a="http://schemas.openxmlformats.org/drawingml/2006/main"/>
        </p:blipFill>
        <p:spPr>
          <a:xfrm xmlns:a="http://schemas.openxmlformats.org/drawingml/2006/main">
            <a:off x="4193381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DD45B-3026-4205-A268-F2E9C10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79687-0B12-4F52-AF8B-6E628F7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RESONANCE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3fe507237466b"/>
          <a:stretch xmlns:a="http://schemas.openxmlformats.org/drawingml/2006/main"/>
        </p:blipFill>
        <p:spPr>
          <a:xfrm xmlns:a="http://schemas.openxmlformats.org/drawingml/2006/main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3A433-E04F-44FD-975C-8B9D940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5BFC3-E72B-4396-9372-4BFF6DF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RETURN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c4098417a4daa"/>
          <a:stretch xmlns:a="http://schemas.openxmlformats.org/drawingml/2006/main"/>
        </p:blipFill>
        <p:spPr>
          <a:xfrm xmlns:a="http://schemas.openxmlformats.org/drawingml/2006/main">
            <a:off x="9956006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00849-C50D-45B8-B39E-C33C087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56799-762A-4D48-974C-DCEFA18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5f SHEET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e1785048d4927"/>
          <a:stretch xmlns:a="http://schemas.openxmlformats.org/drawingml/2006/main"/>
        </p:blipFill>
        <p:spPr>
          <a:xfrm xmlns:a="http://schemas.openxmlformats.org/drawingml/2006/main">
            <a:off x="935738" y="3580429"/>
            <a:ext cx="1676586" cy="335317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BA9B4-4F61-4943-83D4-80107BB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24088-6437-485C-B720-75AE3D73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TARGET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3d9875474191"/>
          <a:stretch xmlns:a="http://schemas.openxmlformats.org/drawingml/2006/main"/>
        </p:blipFill>
        <p:spPr>
          <a:xfrm xmlns:a="http://schemas.openxmlformats.org/drawingml/2006/main">
            <a:off x="4193381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636A4-A10A-4565-BC5A-2F8BE1A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56856-6731-49DC-ACDC-76769ADD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RESONANCE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8556c5d8d4fe4"/>
          <a:stretch xmlns:a="http://schemas.openxmlformats.org/drawingml/2006/main"/>
        </p:blipFill>
        <p:spPr>
          <a:xfrm xmlns:a="http://schemas.openxmlformats.org/drawingml/2006/main">
            <a:off x="7074694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63534-CB88-4EEE-85FE-670C6AC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1CADB-DFF3-4ED8-A582-10464B6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RETURN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de9d739224193"/>
          <a:stretch xmlns:a="http://schemas.openxmlformats.org/drawingml/2006/main"/>
        </p:blipFill>
        <p:spPr>
          <a:xfrm xmlns:a="http://schemas.openxmlformats.org/drawingml/2006/main">
            <a:off x="9956006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4D0EE-F83C-4926-A831-B102F4A9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visual anchors: word_target + collarbone_resonance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B49C6-B01A-4683-8E97-72247A65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sequence · body cue first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2950A-DF7B-47BB-8AD6-2B3B5220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f01 target check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CC0FD-5503-49A8-B20E-E16CEA99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f03 controlled resonance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3C460-A89B-49BF-A650-55F25C4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f05 tension 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59AEB-9D45-4511-B592-41698B3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VFX is staging only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F542B0-9B00-40AD-B800-79723A92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sequence · no mage pose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2DC2E3-3F6C-4C64-8B2D-711417E9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f01 target check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613A49-40F2-4367-A64F-E546BD52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f03 designation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58117-1BB5-424E-ADFE-227D0FBA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f05 return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A378B6-78ED-4E72-BE33-E1444C4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word gameplay unchanged</a:t>
            </a:r>
          </a:p>
        </p:txBody>
      </p:sp>
    </p:spTree>
    <p:extLst>
      <p:ext uri="{BB962C8B-B14F-4D97-AF65-F5344CB8AC3E}">
        <p14:creationId xmlns:p14="http://schemas.microsoft.com/office/powerpoint/2010/main" val="1930146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23E-01D7-467A-AAFD-806A7FD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801EA-08F6-4CFD-B0E2-8C09E9F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hit / recover — 짧은 균형 붕괴와 회수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989BE-73AB-4132-A5D5-7B32C4BF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과장된 비행 없이 3f; 단검·가방·망토가 끝까지 유지됨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CA909-04AD-4FCE-B7C4-2316B5BD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24ADD-FDD0-4D3A-B1EB-61128635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HIT / RECOVER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809FA-361A-42A2-82B1-396BF56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7A5EF-F94D-4FD1-B682-A378C45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F3CA6-38F4-4475-A92D-A50EA6B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3f SHEET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a6c6552974bd2"/>
          <a:stretch xmlns:a="http://schemas.openxmlformats.org/drawingml/2006/main"/>
        </p:blipFill>
        <p:spPr>
          <a:xfrm xmlns:a="http://schemas.openxmlformats.org/drawingml/2006/main">
            <a:off x="1125084" y="2074447"/>
            <a:ext cx="1297895" cy="43263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97580-C018-4EFC-9009-8775A4DA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2DE8-FD47-47AC-A8AD-63887F08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HIT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292ff12444b69"/>
          <a:stretch xmlns:a="http://schemas.openxmlformats.org/drawingml/2006/main"/>
        </p:blipFill>
        <p:spPr>
          <a:xfrm xmlns:a="http://schemas.openxmlformats.org/drawingml/2006/main">
            <a:off x="4193381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7A79D-58B7-4348-ADEE-640E6BD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E0C98-C48A-4CFA-BA08-2732368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IMBALANCE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d2d130ab14199"/>
          <a:stretch xmlns:a="http://schemas.openxmlformats.org/drawingml/2006/main"/>
        </p:blipFill>
        <p:spPr>
          <a:xfrm xmlns:a="http://schemas.openxmlformats.org/drawingml/2006/main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E4A7-B044-44FF-B326-896287E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DB2F-AB54-4552-993F-B0B5969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 · RECOVER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f0aa823f546e1"/>
          <a:stretch xmlns:a="http://schemas.openxmlformats.org/drawingml/2006/main"/>
        </p:blipFill>
        <p:spPr>
          <a:xfrm xmlns:a="http://schemas.openxmlformats.org/drawingml/2006/main">
            <a:off x="9956006" y="1828800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C2F03-2F82-4C6A-AB1B-747C54ED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9668A-29E5-48A7-8EAA-0BC53AD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3f SHEET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aa3d7178c402f"/>
          <a:stretch xmlns:a="http://schemas.openxmlformats.org/drawingml/2006/main"/>
        </p:blipFill>
        <p:spPr>
          <a:xfrm xmlns:a="http://schemas.openxmlformats.org/drawingml/2006/main">
            <a:off x="984048" y="3484760"/>
            <a:ext cx="1579966" cy="52665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DEB32-1A7F-487B-BB51-9EE8079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DD620-FA04-45C9-9597-F5ACEB1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HIT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4341f3699424c"/>
          <a:stretch xmlns:a="http://schemas.openxmlformats.org/drawingml/2006/main"/>
        </p:blipFill>
        <p:spPr>
          <a:xfrm xmlns:a="http://schemas.openxmlformats.org/drawingml/2006/main">
            <a:off x="4193381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12EA4-F9F1-4377-AE9A-64A4B15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B4A9A-48BD-4A2A-B404-506410CF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IMBALANCE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f3d930cbe4bb2"/>
          <a:stretch xmlns:a="http://schemas.openxmlformats.org/drawingml/2006/main"/>
        </p:blipFill>
        <p:spPr>
          <a:xfrm xmlns:a="http://schemas.openxmlformats.org/drawingml/2006/main">
            <a:off x="7074694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67BE7-E74E-4827-AE21-2B15A16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00EAF-3E66-49C3-BB75-78F77419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 · RECOVER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881ec9fa4833"/>
          <a:stretch xmlns:a="http://schemas.openxmlformats.org/drawingml/2006/main"/>
        </p:blipFill>
        <p:spPr>
          <a:xfrm xmlns:a="http://schemas.openxmlformats.org/drawingml/2006/main">
            <a:off x="9956007" y="3286125"/>
            <a:ext cx="923925" cy="9239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240B3-AF7C-494C-9C21-F60456FA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damage → imbalance → recover · no state or collision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F8CF8-2975-4739-B318-259C35F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sequence · 3 actual frames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76401-5572-4D4F-9232-61EB9A36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f01 impact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140586-D174-40D4-B6D8-929A707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f02 balance loss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48A6CA-E411-4241-964E-6CBEFD6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f03 recovery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1D140-29CB-4511-A3E8-E7EB1D8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dagger / bag / cape retained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EAB2E4-71F9-4798-B0C3-17D8BDEB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sequence · 3 actual frames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FBFB37-AD3A-4CF3-85E2-87DDBF9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f01 impact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FDDE35-EE0B-495F-8CB5-DC432BC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f02 balance loss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1C42ED-30C4-4463-8411-00732D1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f03 recovery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330817-B64B-4CDF-AA88-26D5F18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no exaggerated knockback</a:t>
            </a:r>
          </a:p>
        </p:txBody>
      </p:sp>
    </p:spTree>
    <p:extLst>
      <p:ext uri="{BB962C8B-B14F-4D97-AF65-F5344CB8AC3E}">
        <p14:creationId xmlns:p14="http://schemas.microsoft.com/office/powerpoint/2010/main" val="2076038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22C0E-E5B9-4926-B079-88ABC8A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D8BD9-FEDF-44BB-A7A2-75C65CA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실제 1× 가독성 — 4× 확대 없이 행동 판독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FD801-9FD1-4C23-9703-77476327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logical 64×64와 runtime 2× nearest를 함께 확인; 방향·디딤·공격·지정 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00C82-36BE-44F1-AEC2-3861500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FABDF-AE7A-4344-A1E1-FBEA803C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NATIVE READABILITY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954B-3D3F-477A-A1F4-4974B8FE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127D3-229A-4107-892E-1F620F0A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7084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91C58-E8DA-4F85-8C30-65CB0014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1× LOGICAL + 2× RUNTIME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6d3fe80f54ef5"/>
          <a:stretch xmlns:a="http://schemas.openxmlformats.org/drawingml/2006/main"/>
        </p:blipFill>
        <p:spPr>
          <a:xfrm xmlns:a="http://schemas.openxmlformats.org/drawingml/2006/main">
            <a:off x="476250" y="2436019"/>
            <a:ext cx="3556000" cy="11668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7CF23-2B3B-4124-ADB4-0307CA7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1504950"/>
            <a:ext cx="37084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FC807-768F-4025-BC36-66D4EDF3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621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S · 1× / 4× MP4 FRAME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9f1e2149241e7"/>
          <a:stretch xmlns:a="http://schemas.openxmlformats.org/drawingml/2006/main"/>
        </p:blipFill>
        <p:spPr>
          <a:xfrm xmlns:a="http://schemas.openxmlformats.org/drawingml/2006/main">
            <a:off x="4607719" y="2182267"/>
            <a:ext cx="2976563" cy="167431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0EAAE-4F05-4DDE-A47F-66D1905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504950"/>
            <a:ext cx="37084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AF481-A4BB-403E-ABB9-EC4F65A7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15621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1× / 4× MP4 FRAME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ec82a57094505"/>
          <a:stretch xmlns:a="http://schemas.openxmlformats.org/drawingml/2006/main"/>
        </p:blipFill>
        <p:spPr>
          <a:xfrm xmlns:a="http://schemas.openxmlformats.org/drawingml/2006/main">
            <a:off x="8357306" y="2130425"/>
            <a:ext cx="3160889" cy="1778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7142C-479B-48C0-963E-F374590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motion MP4 includes actual 1× and nearest 4× simultaneously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C13FB-8731-4C34-AE32-9ED7796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standing body 90–94px at runtime 2×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3A348-E4E3-4E16-9A66-C601AF30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previews/motion/player_s_all_motion.mp4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7CED2-D560-4471-8F2E-D2AA4513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previews/motion/player_e_all_motion.mp4</a:t>
            </a:r>
          </a:p>
        </p:txBody>
      </p:sp>
    </p:spTree>
    <p:extLst>
      <p:ext uri="{BB962C8B-B14F-4D97-AF65-F5344CB8AC3E}">
        <p14:creationId xmlns:p14="http://schemas.microsoft.com/office/powerpoint/2010/main" val="11609171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2E8CD-3118-4B77-B47D-0B15EC63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E5CE1-66FB-4601-A11F-164A8C9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960×540 before / after — 개선이 재생에서 즉시 보임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12A70-0110-4F9D-B363-9572FBD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현재 live single-PNG 이동과 새 S/E 프레임 재생을 동일 화면 배율로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AAE9A-023C-4659-BE4F-D79DB58A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B3ED-6FB8-4712-BE1A-3450C353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GAMEPLAY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83454-9064-47A1-9C1C-3B7ADE9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28597-67AD-4DF2-8714-D56DABD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6292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22653-39B1-483D-897B-152C2A7A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LIVE SINGLE PNG vs NEW MOTION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6bb924f034eec"/>
          <a:stretch xmlns:a="http://schemas.openxmlformats.org/drawingml/2006/main"/>
        </p:blipFill>
        <p:spPr>
          <a:xfrm xmlns:a="http://schemas.openxmlformats.org/drawingml/2006/main">
            <a:off x="476250" y="2249239"/>
            <a:ext cx="5476875" cy="154037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E1F33-D81B-4913-9B7C-4A43236B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56292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B2139-4C92-4456-A3C1-885BABA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S / E GAMEPLAY COMPOSITE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01133d8434e66"/>
          <a:stretch xmlns:a="http://schemas.openxmlformats.org/drawingml/2006/main"/>
        </p:blipFill>
        <p:spPr>
          <a:xfrm xmlns:a="http://schemas.openxmlformats.org/drawingml/2006/main">
            <a:off x="6238875" y="2249239"/>
            <a:ext cx="5476875" cy="154037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39E4C-06A3-455A-BC74-4DB159E3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approved ACT 1 recovery map · body ≈92px · GP 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E37F9-1ADC-45C4-8B38-195C6F01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previews/before_after/player_single_png_vs_new_motion.mp4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7C078-C9FF-4D6E-A8D0-CC614C13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1487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previews/gameplay_960x540/player_[s|e]_gameplay_960x540.mp4</a:t>
            </a:r>
          </a:p>
        </p:txBody>
      </p:sp>
    </p:spTree>
    <p:extLst>
      <p:ext uri="{BB962C8B-B14F-4D97-AF65-F5344CB8AC3E}">
        <p14:creationId xmlns:p14="http://schemas.microsoft.com/office/powerpoint/2010/main" val="1014683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B7EB1-F51D-4799-BBCA-5DF94FD3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F6A9B-404C-407D-84EE-A9917B1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최종 검증 PASS — blocker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8BA9A-0837-46D9-B2F6-739F20ED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76 actual frame PNG · 15 sprite sheets · 5 playback MP4 · gameplay change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441A3-248B-44A4-8C0E-39A0B52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7E0F4-6AA1-4F6A-8CA3-9B44576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VALIDATION &amp;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57B81-4C5B-4F3C-B216-C552F7F8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77399-7923-4152-B3BC-4B188AE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71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BD2FE-94FF-4BA1-A322-74E8A2A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114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21976-26B9-4C23-8108-F99D9B9C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방향 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1EA1-8B3C-4398-8A06-17BE130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57350"/>
            <a:ext cx="2571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60966-DDBA-4B67-8BA5-C422B3C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2114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1FB37-D5C4-40C5-B49C-ADC9677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S/E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FDAE5-7384-405F-806C-496E6CD5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571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B05C0-EA4B-4CFA-A2BD-7C1A2B7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2114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4DF26-2A0E-4A4D-9EBA-E936B404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검증 MP4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3D167-0BEC-4DD1-BD91-B23EF027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57350"/>
            <a:ext cx="3114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837A0-B36F-4877-BFF9-9A55C4C3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478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E0042-E2FD-4F6E-9079-621A7F4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05100"/>
            <a:ext cx="2657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duplicate / translation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F4089-3B59-40E8-B55B-6592963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PASS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8FA24-C501-4A7C-9C96-36A44E7F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BF240-F756-44F6-A54D-A0B697F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5334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RGBA 8-bit · binary alpha · transparent corners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shared palette 30 · crop/blur/nonuniform scale 0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idle/move Ground Point loop delta 0px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1× / 960×540 readability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D1AE1-06C5-4A47-BB5C-17C49DAD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최종 판정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9447F-9051-490B-AE49-A0F62CB8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14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940FB-502A-4FDC-9E31-858A8E48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5334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PASS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41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0">
                <a:solidFill>
                  <a:srgbClr val="111418"/>
                </a:solidFill>
                <a:latin typeface="Noto Sans KR Thin"/>
                <a:ea typeface="Noto Sans KR Thin"/>
                <a:cs typeface="Noto Sans KR Thin"/>
              </a:rPr>
              <a:t/>
            </a:r>
          </a:p>
          <a:p xmlns:a="http://schemas.openxmlformats.org/drawingml/2006/main">
            <a:pPr algn="l">
              <a:buNone/>
              <a:def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S/E 제작 방식은 나머지 6방향으로 확대 가능</a:t>
            </a:r>
          </a:p>
          <a:p xmlns:a="http://schemas.openxmlformats.org/drawingml/2006/main">
            <a:pPr algn="l">
              <a:buNone/>
              <a:def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개발 staging에서 timing·VFX attachment 확인 후 확장</a:t>
            </a:r>
          </a:p>
        </p:txBody>
      </p:sp>
    </p:spTree>
    <p:extLst>
      <p:ext uri="{BB962C8B-B14F-4D97-AF65-F5344CB8AC3E}">
        <p14:creationId xmlns:p14="http://schemas.microsoft.com/office/powerpoint/2010/main" val="1742032700"/>
      </p:ext>
    </p:extLst>
  </p:cSld>
</p:sld>
</file>

<file path=ppt/theme/theme1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2026-08-05T12:58:37.1200000Z</dcterms:created>
  <dcterms:modified xsi:type="dcterms:W3CDTF">2026-08-05T12:58:37.1200000Z</dcterms:modified>
</coreProperties>
</file>